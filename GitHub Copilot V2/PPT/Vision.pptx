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2.xml" ContentType="application/vnd.openxmlformats-officedocument.theme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22" r:id="rId5"/>
    <p:sldMasterId id="2147483757" r:id="rId6"/>
  </p:sldMasterIdLst>
  <p:notesMasterIdLst>
    <p:notesMasterId r:id="rId11"/>
  </p:notesMasterIdLst>
  <p:sldIdLst>
    <p:sldId id="257" r:id="rId7"/>
    <p:sldId id="2147482924" r:id="rId8"/>
    <p:sldId id="2147482830" r:id="rId9"/>
    <p:sldId id="21474829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87BA"/>
    <a:srgbClr val="0070AD"/>
    <a:srgbClr val="1984AA"/>
    <a:srgbClr val="BCE7FF"/>
    <a:srgbClr val="12ABDB"/>
    <a:srgbClr val="1AA1D8"/>
    <a:srgbClr val="0D0E13"/>
    <a:srgbClr val="383B4E"/>
    <a:srgbClr val="29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12CDB-3CF2-452A-9B88-D62F94FDD826}" v="5" dt="2025-04-30T13:59:42.482"/>
    <p1510:client id="{C36B41FD-5CDF-942C-7E6C-01657FCB57A1}" v="32" dt="2025-04-30T13:31:33.735"/>
    <p1510:client id="{EDC0787F-D56A-0516-6639-9C6000B1AF64}" v="65" dt="2025-04-30T12:09:24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Yash Raj" userId="S::yash-raj.yadav@capgemini.com::73c5ece9-f22c-4a30-b5c6-4a70150484d3" providerId="AD" clId="Web-{A80C2E22-40AF-6ADE-73B4-0715A882E6E5}"/>
    <pc:docChg chg="modSld">
      <pc:chgData name="Yadav, Yash Raj" userId="S::yash-raj.yadav@capgemini.com::73c5ece9-f22c-4a30-b5c6-4a70150484d3" providerId="AD" clId="Web-{A80C2E22-40AF-6ADE-73B4-0715A882E6E5}" dt="2025-04-29T12:17:06.916" v="6" actId="20577"/>
      <pc:docMkLst>
        <pc:docMk/>
      </pc:docMkLst>
      <pc:sldChg chg="modSp">
        <pc:chgData name="Yadav, Yash Raj" userId="S::yash-raj.yadav@capgemini.com::73c5ece9-f22c-4a30-b5c6-4a70150484d3" providerId="AD" clId="Web-{A80C2E22-40AF-6ADE-73B4-0715A882E6E5}" dt="2025-04-29T12:17:06.916" v="6" actId="20577"/>
        <pc:sldMkLst>
          <pc:docMk/>
          <pc:sldMk cId="326916843" sldId="2147482830"/>
        </pc:sldMkLst>
        <pc:spChg chg="mod">
          <ac:chgData name="Yadav, Yash Raj" userId="S::yash-raj.yadav@capgemini.com::73c5ece9-f22c-4a30-b5c6-4a70150484d3" providerId="AD" clId="Web-{A80C2E22-40AF-6ADE-73B4-0715A882E6E5}" dt="2025-04-29T12:17:06.916" v="6" actId="20577"/>
          <ac:spMkLst>
            <pc:docMk/>
            <pc:sldMk cId="326916843" sldId="2147482830"/>
            <ac:spMk id="5" creationId="{7E72E86B-AF63-C39E-0ECD-D7981A632B2A}"/>
          </ac:spMkLst>
        </pc:spChg>
      </pc:sldChg>
      <pc:sldChg chg="modSp">
        <pc:chgData name="Yadav, Yash Raj" userId="S::yash-raj.yadav@capgemini.com::73c5ece9-f22c-4a30-b5c6-4a70150484d3" providerId="AD" clId="Web-{A80C2E22-40AF-6ADE-73B4-0715A882E6E5}" dt="2025-04-29T12:09:37.994" v="1" actId="1076"/>
        <pc:sldMkLst>
          <pc:docMk/>
          <pc:sldMk cId="3322232334" sldId="2147482924"/>
        </pc:sldMkLst>
        <pc:graphicFrameChg chg="mod">
          <ac:chgData name="Yadav, Yash Raj" userId="S::yash-raj.yadav@capgemini.com::73c5ece9-f22c-4a30-b5c6-4a70150484d3" providerId="AD" clId="Web-{A80C2E22-40AF-6ADE-73B4-0715A882E6E5}" dt="2025-04-29T12:09:37.994" v="1" actId="1076"/>
          <ac:graphicFrameMkLst>
            <pc:docMk/>
            <pc:sldMk cId="3322232334" sldId="2147482924"/>
            <ac:graphicFrameMk id="16" creationId="{FDF9B4C8-15E3-42A5-6D5F-AD8D181C3C5B}"/>
          </ac:graphicFrameMkLst>
        </pc:graphicFrameChg>
      </pc:sldChg>
    </pc:docChg>
  </pc:docChgLst>
  <pc:docChgLst>
    <pc:chgData name="Yadav, Yash Raj" userId="S::yash-raj.yadav@capgemini.com::73c5ece9-f22c-4a30-b5c6-4a70150484d3" providerId="AD" clId="Web-{EDC0787F-D56A-0516-6639-9C6000B1AF64}"/>
    <pc:docChg chg="modSld">
      <pc:chgData name="Yadav, Yash Raj" userId="S::yash-raj.yadav@capgemini.com::73c5ece9-f22c-4a30-b5c6-4a70150484d3" providerId="AD" clId="Web-{EDC0787F-D56A-0516-6639-9C6000B1AF64}" dt="2025-04-30T12:09:24.303" v="53"/>
      <pc:docMkLst>
        <pc:docMk/>
      </pc:docMkLst>
      <pc:sldChg chg="delSp">
        <pc:chgData name="Yadav, Yash Raj" userId="S::yash-raj.yadav@capgemini.com::73c5ece9-f22c-4a30-b5c6-4a70150484d3" providerId="AD" clId="Web-{EDC0787F-D56A-0516-6639-9C6000B1AF64}" dt="2025-04-30T12:09:24.303" v="53"/>
        <pc:sldMkLst>
          <pc:docMk/>
          <pc:sldMk cId="326916843" sldId="2147482830"/>
        </pc:sldMkLst>
        <pc:spChg chg="del">
          <ac:chgData name="Yadav, Yash Raj" userId="S::yash-raj.yadav@capgemini.com::73c5ece9-f22c-4a30-b5c6-4a70150484d3" providerId="AD" clId="Web-{EDC0787F-D56A-0516-6639-9C6000B1AF64}" dt="2025-04-30T12:09:24.303" v="53"/>
          <ac:spMkLst>
            <pc:docMk/>
            <pc:sldMk cId="326916843" sldId="2147482830"/>
            <ac:spMk id="8" creationId="{F69C4B4C-2275-9B87-0041-4DD8FDF30C02}"/>
          </ac:spMkLst>
        </pc:spChg>
        <pc:spChg chg="del">
          <ac:chgData name="Yadav, Yash Raj" userId="S::yash-raj.yadav@capgemini.com::73c5ece9-f22c-4a30-b5c6-4a70150484d3" providerId="AD" clId="Web-{EDC0787F-D56A-0516-6639-9C6000B1AF64}" dt="2025-04-30T12:09:15.115" v="52"/>
          <ac:spMkLst>
            <pc:docMk/>
            <pc:sldMk cId="326916843" sldId="2147482830"/>
            <ac:spMk id="11" creationId="{4C86EBE9-0F89-9D21-C1D9-1766595F07B7}"/>
          </ac:spMkLst>
        </pc:spChg>
      </pc:sldChg>
      <pc:sldChg chg="modSp">
        <pc:chgData name="Yadav, Yash Raj" userId="S::yash-raj.yadav@capgemini.com::73c5ece9-f22c-4a30-b5c6-4a70150484d3" providerId="AD" clId="Web-{EDC0787F-D56A-0516-6639-9C6000B1AF64}" dt="2025-04-30T12:07:23.767" v="51" actId="20577"/>
        <pc:sldMkLst>
          <pc:docMk/>
          <pc:sldMk cId="3322232334" sldId="2147482924"/>
        </pc:sldMkLst>
        <pc:spChg chg="mod">
          <ac:chgData name="Yadav, Yash Raj" userId="S::yash-raj.yadav@capgemini.com::73c5ece9-f22c-4a30-b5c6-4a70150484d3" providerId="AD" clId="Web-{EDC0787F-D56A-0516-6639-9C6000B1AF64}" dt="2025-04-30T11:58:55.233" v="29" actId="20577"/>
          <ac:spMkLst>
            <pc:docMk/>
            <pc:sldMk cId="3322232334" sldId="2147482924"/>
            <ac:spMk id="4" creationId="{76623062-759A-A9D5-A5F9-B8D55B932E0B}"/>
          </ac:spMkLst>
        </pc:spChg>
        <pc:graphicFrameChg chg="mod modGraphic">
          <ac:chgData name="Yadav, Yash Raj" userId="S::yash-raj.yadav@capgemini.com::73c5ece9-f22c-4a30-b5c6-4a70150484d3" providerId="AD" clId="Web-{EDC0787F-D56A-0516-6639-9C6000B1AF64}" dt="2025-04-30T12:07:23.767" v="51" actId="20577"/>
          <ac:graphicFrameMkLst>
            <pc:docMk/>
            <pc:sldMk cId="3322232334" sldId="2147482924"/>
            <ac:graphicFrameMk id="16" creationId="{FDF9B4C8-15E3-42A5-6D5F-AD8D181C3C5B}"/>
          </ac:graphicFrameMkLst>
        </pc:graphicFrameChg>
      </pc:sldChg>
    </pc:docChg>
  </pc:docChgLst>
  <pc:docChgLst>
    <pc:chgData name="Yadav, Yash Raj" userId="S::yash-raj.yadav@capgemini.com::73c5ece9-f22c-4a30-b5c6-4a70150484d3" providerId="AD" clId="Web-{C36B41FD-5CDF-942C-7E6C-01657FCB57A1}"/>
    <pc:docChg chg="modSld">
      <pc:chgData name="Yadav, Yash Raj" userId="S::yash-raj.yadav@capgemini.com::73c5ece9-f22c-4a30-b5c6-4a70150484d3" providerId="AD" clId="Web-{C36B41FD-5CDF-942C-7E6C-01657FCB57A1}" dt="2025-04-30T13:31:33.735" v="20" actId="1076"/>
      <pc:docMkLst>
        <pc:docMk/>
      </pc:docMkLst>
      <pc:sldChg chg="modSp">
        <pc:chgData name="Yadav, Yash Raj" userId="S::yash-raj.yadav@capgemini.com::73c5ece9-f22c-4a30-b5c6-4a70150484d3" providerId="AD" clId="Web-{C36B41FD-5CDF-942C-7E6C-01657FCB57A1}" dt="2025-04-30T13:31:33.735" v="20" actId="1076"/>
        <pc:sldMkLst>
          <pc:docMk/>
          <pc:sldMk cId="1663957642" sldId="257"/>
        </pc:sldMkLst>
        <pc:spChg chg="mod">
          <ac:chgData name="Yadav, Yash Raj" userId="S::yash-raj.yadav@capgemini.com::73c5ece9-f22c-4a30-b5c6-4a70150484d3" providerId="AD" clId="Web-{C36B41FD-5CDF-942C-7E6C-01657FCB57A1}" dt="2025-04-30T13:31:33.735" v="20" actId="1076"/>
          <ac:spMkLst>
            <pc:docMk/>
            <pc:sldMk cId="1663957642" sldId="257"/>
            <ac:spMk id="4" creationId="{72E17076-991C-431A-9B77-E8363D54BDC9}"/>
          </ac:spMkLst>
        </pc:spChg>
      </pc:sldChg>
    </pc:docChg>
  </pc:docChgLst>
  <pc:docChgLst>
    <pc:chgData name="Yadav, Yash Raj" userId="73c5ece9-f22c-4a30-b5c6-4a70150484d3" providerId="ADAL" clId="{3CD12CDB-3CF2-452A-9B88-D62F94FDD826}"/>
    <pc:docChg chg="undo custSel modSld">
      <pc:chgData name="Yadav, Yash Raj" userId="73c5ece9-f22c-4a30-b5c6-4a70150484d3" providerId="ADAL" clId="{3CD12CDB-3CF2-452A-9B88-D62F94FDD826}" dt="2025-04-30T14:23:03.216" v="105" actId="1076"/>
      <pc:docMkLst>
        <pc:docMk/>
      </pc:docMkLst>
      <pc:sldChg chg="addSp modSp mod">
        <pc:chgData name="Yadav, Yash Raj" userId="73c5ece9-f22c-4a30-b5c6-4a70150484d3" providerId="ADAL" clId="{3CD12CDB-3CF2-452A-9B88-D62F94FDD826}" dt="2025-04-30T14:23:03.216" v="105" actId="1076"/>
        <pc:sldMkLst>
          <pc:docMk/>
          <pc:sldMk cId="326916843" sldId="2147482830"/>
        </pc:sldMkLst>
        <pc:spChg chg="add mod">
          <ac:chgData name="Yadav, Yash Raj" userId="73c5ece9-f22c-4a30-b5c6-4a70150484d3" providerId="ADAL" clId="{3CD12CDB-3CF2-452A-9B88-D62F94FDD826}" dt="2025-04-30T12:21:07.635" v="88" actId="1076"/>
          <ac:spMkLst>
            <pc:docMk/>
            <pc:sldMk cId="326916843" sldId="2147482830"/>
            <ac:spMk id="2" creationId="{3037D9B7-5471-8C1B-9E6B-7ADB62041319}"/>
          </ac:spMkLst>
        </pc:spChg>
        <pc:spChg chg="mod">
          <ac:chgData name="Yadav, Yash Raj" userId="73c5ece9-f22c-4a30-b5c6-4a70150484d3" providerId="ADAL" clId="{3CD12CDB-3CF2-452A-9B88-D62F94FDD826}" dt="2025-04-30T14:22:53.988" v="104" actId="1076"/>
          <ac:spMkLst>
            <pc:docMk/>
            <pc:sldMk cId="326916843" sldId="2147482830"/>
            <ac:spMk id="4" creationId="{07E04D2B-3476-DEEA-0375-3605380E6615}"/>
          </ac:spMkLst>
        </pc:spChg>
        <pc:spChg chg="mod">
          <ac:chgData name="Yadav, Yash Raj" userId="73c5ece9-f22c-4a30-b5c6-4a70150484d3" providerId="ADAL" clId="{3CD12CDB-3CF2-452A-9B88-D62F94FDD826}" dt="2025-04-30T14:23:03.216" v="105" actId="1076"/>
          <ac:spMkLst>
            <pc:docMk/>
            <pc:sldMk cId="326916843" sldId="2147482830"/>
            <ac:spMk id="5" creationId="{7E72E86B-AF63-C39E-0ECD-D7981A632B2A}"/>
          </ac:spMkLst>
        </pc:spChg>
        <pc:spChg chg="mod">
          <ac:chgData name="Yadav, Yash Raj" userId="73c5ece9-f22c-4a30-b5c6-4a70150484d3" providerId="ADAL" clId="{3CD12CDB-3CF2-452A-9B88-D62F94FDD826}" dt="2025-04-30T14:22:48.333" v="103" actId="207"/>
          <ac:spMkLst>
            <pc:docMk/>
            <pc:sldMk cId="326916843" sldId="2147482830"/>
            <ac:spMk id="26" creationId="{265B99C0-B328-6186-9307-BA8A3808AEF8}"/>
          </ac:spMkLst>
        </pc:spChg>
      </pc:sldChg>
      <pc:sldChg chg="modSp mod">
        <pc:chgData name="Yadav, Yash Raj" userId="73c5ece9-f22c-4a30-b5c6-4a70150484d3" providerId="ADAL" clId="{3CD12CDB-3CF2-452A-9B88-D62F94FDD826}" dt="2025-04-30T13:59:26.207" v="89" actId="207"/>
        <pc:sldMkLst>
          <pc:docMk/>
          <pc:sldMk cId="3322232334" sldId="2147482924"/>
        </pc:sldMkLst>
        <pc:spChg chg="mod">
          <ac:chgData name="Yadav, Yash Raj" userId="73c5ece9-f22c-4a30-b5c6-4a70150484d3" providerId="ADAL" clId="{3CD12CDB-3CF2-452A-9B88-D62F94FDD826}" dt="2025-04-30T13:59:26.207" v="89" actId="207"/>
          <ac:spMkLst>
            <pc:docMk/>
            <pc:sldMk cId="3322232334" sldId="2147482924"/>
            <ac:spMk id="11" creationId="{E241652D-B33D-70B5-E363-ADFF048CF46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0A7CF-202C-43BD-9727-83ECE95E521A}" type="doc">
      <dgm:prSet loTypeId="urn:microsoft.com/office/officeart/2005/8/layout/chevron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78CCF84-9CC9-4C19-B2F0-FE0D0B0BE965}">
      <dgm:prSet phldrT="[Text]"/>
      <dgm:spPr/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Segoe UI"/>
              <a:cs typeface="Segoe UI"/>
            </a:rPr>
            <a:t>Code Generation from Images</a:t>
          </a:r>
          <a:r>
            <a:rPr lang="en-US" b="0" i="0" dirty="0">
              <a:solidFill>
                <a:schemeClr val="bg1"/>
              </a:solidFill>
              <a:effectLst/>
              <a:latin typeface="Segoe UI"/>
              <a:cs typeface="Segoe UI"/>
            </a:rPr>
            <a:t>:</a:t>
          </a:r>
          <a:endParaRPr lang="en-IN" dirty="0">
            <a:solidFill>
              <a:schemeClr val="bg1"/>
            </a:solidFill>
          </a:endParaRPr>
        </a:p>
      </dgm:t>
    </dgm:pt>
    <dgm:pt modelId="{0F5F15A4-86CF-4594-8BA8-6D1F9A4889F6}" type="parTrans" cxnId="{F6AC2AED-171B-4D2D-B7D6-17F0523D0E0A}">
      <dgm:prSet/>
      <dgm:spPr/>
      <dgm:t>
        <a:bodyPr/>
        <a:lstStyle/>
        <a:p>
          <a:endParaRPr lang="en-IN"/>
        </a:p>
      </dgm:t>
    </dgm:pt>
    <dgm:pt modelId="{48303D2D-995A-4D5F-AA38-EFBD083C8A12}" type="sibTrans" cxnId="{F6AC2AED-171B-4D2D-B7D6-17F0523D0E0A}">
      <dgm:prSet/>
      <dgm:spPr/>
      <dgm:t>
        <a:bodyPr/>
        <a:lstStyle/>
        <a:p>
          <a:endParaRPr lang="en-IN"/>
        </a:p>
      </dgm:t>
    </dgm:pt>
    <dgm:pt modelId="{AE5861B6-14A4-4CB1-98CE-0C4A53AE1595}">
      <dgm:prSet phldrT="[Text]"/>
      <dgm:spPr/>
      <dgm:t>
        <a:bodyPr/>
        <a:lstStyle/>
        <a:p>
          <a:pPr rtl="0"/>
          <a:r>
            <a:rPr lang="en-US" b="0" i="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Developers can use Copilot Vision to generate code based on visual inputs. For example, it can help create code for image processing tasks or generate HTML/CSS code from a screenshot of a web design.</a:t>
          </a:r>
          <a:r>
            <a:rPr lang="en-US" b="0" i="0" dirty="0">
              <a:effectLst/>
              <a:latin typeface="Calibri"/>
              <a:ea typeface="Calibri"/>
              <a:cs typeface="Calibri"/>
            </a:rPr>
            <a:t> </a:t>
          </a:r>
          <a:endParaRPr lang="en-IN" dirty="0">
            <a:latin typeface="Calibri"/>
            <a:ea typeface="Calibri"/>
            <a:cs typeface="Calibri"/>
          </a:endParaRPr>
        </a:p>
      </dgm:t>
    </dgm:pt>
    <dgm:pt modelId="{CFDF9159-A9AF-4DD1-B4C7-0B960B267BD7}" type="parTrans" cxnId="{D79A996B-239F-4F18-8625-8ED76A41C3B7}">
      <dgm:prSet/>
      <dgm:spPr/>
      <dgm:t>
        <a:bodyPr/>
        <a:lstStyle/>
        <a:p>
          <a:endParaRPr lang="en-IN"/>
        </a:p>
      </dgm:t>
    </dgm:pt>
    <dgm:pt modelId="{E4C36DD3-3FE9-4607-AD08-906B21ECBCEA}" type="sibTrans" cxnId="{D79A996B-239F-4F18-8625-8ED76A41C3B7}">
      <dgm:prSet/>
      <dgm:spPr/>
      <dgm:t>
        <a:bodyPr/>
        <a:lstStyle/>
        <a:p>
          <a:endParaRPr lang="en-IN"/>
        </a:p>
      </dgm:t>
    </dgm:pt>
    <dgm:pt modelId="{4D40037E-2C21-4EB3-AB8D-F5FDFA9E15CD}">
      <dgm:prSet phldrT="[Text]"/>
      <dgm:spPr/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Segoe UI"/>
              <a:cs typeface="Segoe UI"/>
            </a:rPr>
            <a:t>Enhanced Documentation</a:t>
          </a:r>
          <a:r>
            <a:rPr lang="en-US" b="1" dirty="0">
              <a:solidFill>
                <a:schemeClr val="bg1"/>
              </a:solidFill>
              <a:latin typeface="Segoe UI"/>
              <a:cs typeface="Segoe UI"/>
            </a:rPr>
            <a:t>:</a:t>
          </a:r>
          <a:endParaRPr lang="en-IN" dirty="0">
            <a:solidFill>
              <a:schemeClr val="bg1"/>
            </a:solidFill>
          </a:endParaRPr>
        </a:p>
      </dgm:t>
    </dgm:pt>
    <dgm:pt modelId="{06DD54F5-45F5-4E69-AA49-DF56F681E031}" type="parTrans" cxnId="{860C5172-07D5-4CF2-90AB-B5B76B6C6C7E}">
      <dgm:prSet/>
      <dgm:spPr/>
      <dgm:t>
        <a:bodyPr/>
        <a:lstStyle/>
        <a:p>
          <a:endParaRPr lang="en-IN"/>
        </a:p>
      </dgm:t>
    </dgm:pt>
    <dgm:pt modelId="{6D97EDFA-EE01-4B09-973F-C814E576E2BB}" type="sibTrans" cxnId="{860C5172-07D5-4CF2-90AB-B5B76B6C6C7E}">
      <dgm:prSet/>
      <dgm:spPr/>
      <dgm:t>
        <a:bodyPr/>
        <a:lstStyle/>
        <a:p>
          <a:endParaRPr lang="en-IN"/>
        </a:p>
      </dgm:t>
    </dgm:pt>
    <dgm:pt modelId="{C6FE05E3-180F-400C-9F05-2826264084D4}">
      <dgm:prSet phldrT="[Text]"/>
      <dgm:spPr/>
      <dgm:t>
        <a:bodyPr/>
        <a:lstStyle/>
        <a:p>
          <a:r>
            <a:rPr lang="en-US" b="0" i="0" dirty="0">
              <a:solidFill>
                <a:srgbClr val="242424"/>
              </a:solidFill>
              <a:effectLst/>
              <a:latin typeface="Segoe UI"/>
              <a:cs typeface="Segoe UI"/>
            </a:rPr>
            <a:t> </a:t>
          </a:r>
          <a:r>
            <a:rPr lang="en-US" b="0" i="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Copilot Vision can assist in creating more comprehensive documentation by including visual aids and explanations derived from images.</a:t>
          </a:r>
          <a:endParaRPr lang="en-IN" dirty="0">
            <a:solidFill>
              <a:srgbClr val="242424"/>
            </a:solidFill>
            <a:latin typeface="Calibri"/>
            <a:ea typeface="Calibri"/>
            <a:cs typeface="Segoe UI"/>
          </a:endParaRPr>
        </a:p>
      </dgm:t>
    </dgm:pt>
    <dgm:pt modelId="{0CA4CE03-3ACB-4FC5-A585-A55CF0256CD5}" type="parTrans" cxnId="{627E8C72-5373-4F21-9266-2E41B2BFEC62}">
      <dgm:prSet/>
      <dgm:spPr/>
      <dgm:t>
        <a:bodyPr/>
        <a:lstStyle/>
        <a:p>
          <a:endParaRPr lang="en-IN"/>
        </a:p>
      </dgm:t>
    </dgm:pt>
    <dgm:pt modelId="{D8232073-5794-4DE4-901B-F9D9814C5F54}" type="sibTrans" cxnId="{627E8C72-5373-4F21-9266-2E41B2BFEC62}">
      <dgm:prSet/>
      <dgm:spPr/>
      <dgm:t>
        <a:bodyPr/>
        <a:lstStyle/>
        <a:p>
          <a:endParaRPr lang="en-IN"/>
        </a:p>
      </dgm:t>
    </dgm:pt>
    <dgm:pt modelId="{DA9809B5-3585-4D07-BB37-FDBD343DF864}">
      <dgm:prSet phldrT="[Text]"/>
      <dgm:spPr/>
      <dgm:t>
        <a:bodyPr/>
        <a:lstStyle/>
        <a:p>
          <a:r>
            <a:rPr lang="en-US" b="1" i="0" dirty="0">
              <a:solidFill>
                <a:schemeClr val="bg1"/>
              </a:solidFill>
              <a:effectLst/>
              <a:latin typeface="Segoe UI"/>
              <a:cs typeface="Segoe UI"/>
            </a:rPr>
            <a:t>Image Understanding</a:t>
          </a:r>
          <a:r>
            <a:rPr lang="en-US" b="0" i="0" dirty="0">
              <a:solidFill>
                <a:schemeClr val="bg1"/>
              </a:solidFill>
              <a:effectLst/>
              <a:latin typeface="Segoe UI"/>
              <a:cs typeface="Segoe UI"/>
            </a:rPr>
            <a:t>:</a:t>
          </a:r>
          <a:endParaRPr lang="en-IN" dirty="0">
            <a:solidFill>
              <a:schemeClr val="bg1"/>
            </a:solidFill>
          </a:endParaRPr>
        </a:p>
      </dgm:t>
    </dgm:pt>
    <dgm:pt modelId="{B0C6D2A2-15AE-4342-AFE1-90DB7C57BE40}" type="parTrans" cxnId="{F851123B-5981-4275-A271-86F065D40627}">
      <dgm:prSet/>
      <dgm:spPr/>
      <dgm:t>
        <a:bodyPr/>
        <a:lstStyle/>
        <a:p>
          <a:endParaRPr lang="en-IN"/>
        </a:p>
      </dgm:t>
    </dgm:pt>
    <dgm:pt modelId="{B99FAA19-480F-4197-88BA-B5BE27277D2F}" type="sibTrans" cxnId="{F851123B-5981-4275-A271-86F065D40627}">
      <dgm:prSet/>
      <dgm:spPr/>
      <dgm:t>
        <a:bodyPr/>
        <a:lstStyle/>
        <a:p>
          <a:endParaRPr lang="en-IN"/>
        </a:p>
      </dgm:t>
    </dgm:pt>
    <dgm:pt modelId="{DFB1AF59-0A3A-4BDC-8717-1A96220090B6}">
      <dgm:prSet phldrT="[Text]"/>
      <dgm:spPr/>
      <dgm:t>
        <a:bodyPr/>
        <a:lstStyle/>
        <a:p>
          <a:r>
            <a:rPr lang="en-US" b="0" i="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Copilot Vision can analyze and understand images, enabling developers to integrate visual data into their projects more effectively. This includes tasks like image classification, object detection, and image segmentation.</a:t>
          </a:r>
          <a:endParaRPr lang="en-IN" dirty="0">
            <a:solidFill>
              <a:srgbClr val="242424"/>
            </a:solidFill>
            <a:latin typeface="Calibri"/>
            <a:ea typeface="Calibri"/>
            <a:cs typeface="Segoe UI"/>
          </a:endParaRPr>
        </a:p>
      </dgm:t>
    </dgm:pt>
    <dgm:pt modelId="{CFEC9177-699D-4161-AF14-4ACF5683549F}" type="parTrans" cxnId="{0ED5B807-B669-4018-A425-A6472E6BAEEC}">
      <dgm:prSet/>
      <dgm:spPr/>
      <dgm:t>
        <a:bodyPr/>
        <a:lstStyle/>
        <a:p>
          <a:endParaRPr lang="en-IN"/>
        </a:p>
      </dgm:t>
    </dgm:pt>
    <dgm:pt modelId="{BACEBDBF-1B1A-4D43-8141-6FD71070FA5E}" type="sibTrans" cxnId="{0ED5B807-B669-4018-A425-A6472E6BAEEC}">
      <dgm:prSet/>
      <dgm:spPr/>
      <dgm:t>
        <a:bodyPr/>
        <a:lstStyle/>
        <a:p>
          <a:endParaRPr lang="en-IN"/>
        </a:p>
      </dgm:t>
    </dgm:pt>
    <dgm:pt modelId="{227AE016-66EB-4178-B807-D32F28C4D0A2}" type="pres">
      <dgm:prSet presAssocID="{EC00A7CF-202C-43BD-9727-83ECE95E521A}" presName="linearFlow" presStyleCnt="0">
        <dgm:presLayoutVars>
          <dgm:dir/>
          <dgm:animLvl val="lvl"/>
          <dgm:resizeHandles val="exact"/>
        </dgm:presLayoutVars>
      </dgm:prSet>
      <dgm:spPr/>
    </dgm:pt>
    <dgm:pt modelId="{584ADC2E-C1A2-45B7-9328-5FB0330236D8}" type="pres">
      <dgm:prSet presAssocID="{078CCF84-9CC9-4C19-B2F0-FE0D0B0BE965}" presName="composite" presStyleCnt="0"/>
      <dgm:spPr/>
    </dgm:pt>
    <dgm:pt modelId="{0BAD5156-E8DA-4C63-9775-4D99364B2529}" type="pres">
      <dgm:prSet presAssocID="{078CCF84-9CC9-4C19-B2F0-FE0D0B0BE96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59827FF-6C9E-4639-8CF4-24B3AB45EEC2}" type="pres">
      <dgm:prSet presAssocID="{078CCF84-9CC9-4C19-B2F0-FE0D0B0BE965}" presName="descendantText" presStyleLbl="alignAcc1" presStyleIdx="0" presStyleCnt="3">
        <dgm:presLayoutVars>
          <dgm:bulletEnabled val="1"/>
        </dgm:presLayoutVars>
      </dgm:prSet>
      <dgm:spPr/>
    </dgm:pt>
    <dgm:pt modelId="{1B57EC3A-2D88-460E-A5C6-D1C899CD796D}" type="pres">
      <dgm:prSet presAssocID="{48303D2D-995A-4D5F-AA38-EFBD083C8A12}" presName="sp" presStyleCnt="0"/>
      <dgm:spPr/>
    </dgm:pt>
    <dgm:pt modelId="{6D92BA7A-0686-4815-BD57-D228C90325EE}" type="pres">
      <dgm:prSet presAssocID="{4D40037E-2C21-4EB3-AB8D-F5FDFA9E15CD}" presName="composite" presStyleCnt="0"/>
      <dgm:spPr/>
    </dgm:pt>
    <dgm:pt modelId="{80A6B821-ECF3-4887-A7B4-A1D4E2A82EEE}" type="pres">
      <dgm:prSet presAssocID="{4D40037E-2C21-4EB3-AB8D-F5FDFA9E15C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81F689D-7806-4D7E-A9DC-5CB49140771B}" type="pres">
      <dgm:prSet presAssocID="{4D40037E-2C21-4EB3-AB8D-F5FDFA9E15CD}" presName="descendantText" presStyleLbl="alignAcc1" presStyleIdx="1" presStyleCnt="3">
        <dgm:presLayoutVars>
          <dgm:bulletEnabled val="1"/>
        </dgm:presLayoutVars>
      </dgm:prSet>
      <dgm:spPr/>
    </dgm:pt>
    <dgm:pt modelId="{66F1A40A-A68F-4745-B930-84C42792DC81}" type="pres">
      <dgm:prSet presAssocID="{6D97EDFA-EE01-4B09-973F-C814E576E2BB}" presName="sp" presStyleCnt="0"/>
      <dgm:spPr/>
    </dgm:pt>
    <dgm:pt modelId="{F45806A9-F1B6-48F2-8977-F36057D99292}" type="pres">
      <dgm:prSet presAssocID="{DA9809B5-3585-4D07-BB37-FDBD343DF864}" presName="composite" presStyleCnt="0"/>
      <dgm:spPr/>
    </dgm:pt>
    <dgm:pt modelId="{3A70F684-38CD-4A1A-8A96-F689EB770E0E}" type="pres">
      <dgm:prSet presAssocID="{DA9809B5-3585-4D07-BB37-FDBD343DF86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696C08EE-ECAF-40CB-877B-BDDD5A30F4B6}" type="pres">
      <dgm:prSet presAssocID="{DA9809B5-3585-4D07-BB37-FDBD343DF86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ED5B807-B669-4018-A425-A6472E6BAEEC}" srcId="{DA9809B5-3585-4D07-BB37-FDBD343DF864}" destId="{DFB1AF59-0A3A-4BDC-8717-1A96220090B6}" srcOrd="0" destOrd="0" parTransId="{CFEC9177-699D-4161-AF14-4ACF5683549F}" sibTransId="{BACEBDBF-1B1A-4D43-8141-6FD71070FA5E}"/>
    <dgm:cxn modelId="{4DB10B39-F14E-4F2E-97A2-001484F7B49A}" type="presOf" srcId="{078CCF84-9CC9-4C19-B2F0-FE0D0B0BE965}" destId="{0BAD5156-E8DA-4C63-9775-4D99364B2529}" srcOrd="0" destOrd="0" presId="urn:microsoft.com/office/officeart/2005/8/layout/chevron2"/>
    <dgm:cxn modelId="{F851123B-5981-4275-A271-86F065D40627}" srcId="{EC00A7CF-202C-43BD-9727-83ECE95E521A}" destId="{DA9809B5-3585-4D07-BB37-FDBD343DF864}" srcOrd="2" destOrd="0" parTransId="{B0C6D2A2-15AE-4342-AFE1-90DB7C57BE40}" sibTransId="{B99FAA19-480F-4197-88BA-B5BE27277D2F}"/>
    <dgm:cxn modelId="{B1623168-5812-4B7F-8DFF-48AFDA8E1779}" type="presOf" srcId="{C6FE05E3-180F-400C-9F05-2826264084D4}" destId="{581F689D-7806-4D7E-A9DC-5CB49140771B}" srcOrd="0" destOrd="0" presId="urn:microsoft.com/office/officeart/2005/8/layout/chevron2"/>
    <dgm:cxn modelId="{D79A996B-239F-4F18-8625-8ED76A41C3B7}" srcId="{078CCF84-9CC9-4C19-B2F0-FE0D0B0BE965}" destId="{AE5861B6-14A4-4CB1-98CE-0C4A53AE1595}" srcOrd="0" destOrd="0" parTransId="{CFDF9159-A9AF-4DD1-B4C7-0B960B267BD7}" sibTransId="{E4C36DD3-3FE9-4607-AD08-906B21ECBCEA}"/>
    <dgm:cxn modelId="{860C5172-07D5-4CF2-90AB-B5B76B6C6C7E}" srcId="{EC00A7CF-202C-43BD-9727-83ECE95E521A}" destId="{4D40037E-2C21-4EB3-AB8D-F5FDFA9E15CD}" srcOrd="1" destOrd="0" parTransId="{06DD54F5-45F5-4E69-AA49-DF56F681E031}" sibTransId="{6D97EDFA-EE01-4B09-973F-C814E576E2BB}"/>
    <dgm:cxn modelId="{627E8C72-5373-4F21-9266-2E41B2BFEC62}" srcId="{4D40037E-2C21-4EB3-AB8D-F5FDFA9E15CD}" destId="{C6FE05E3-180F-400C-9F05-2826264084D4}" srcOrd="0" destOrd="0" parTransId="{0CA4CE03-3ACB-4FC5-A585-A55CF0256CD5}" sibTransId="{D8232073-5794-4DE4-901B-F9D9814C5F54}"/>
    <dgm:cxn modelId="{56E73C83-3569-4CCB-9F0A-B2A27F85ED3A}" type="presOf" srcId="{DA9809B5-3585-4D07-BB37-FDBD343DF864}" destId="{3A70F684-38CD-4A1A-8A96-F689EB770E0E}" srcOrd="0" destOrd="0" presId="urn:microsoft.com/office/officeart/2005/8/layout/chevron2"/>
    <dgm:cxn modelId="{7F8D67A1-6E48-4F86-871B-FA65C89ED662}" type="presOf" srcId="{EC00A7CF-202C-43BD-9727-83ECE95E521A}" destId="{227AE016-66EB-4178-B807-D32F28C4D0A2}" srcOrd="0" destOrd="0" presId="urn:microsoft.com/office/officeart/2005/8/layout/chevron2"/>
    <dgm:cxn modelId="{75366FB5-06F3-4749-B66F-2F97BA875228}" type="presOf" srcId="{DFB1AF59-0A3A-4BDC-8717-1A96220090B6}" destId="{696C08EE-ECAF-40CB-877B-BDDD5A30F4B6}" srcOrd="0" destOrd="0" presId="urn:microsoft.com/office/officeart/2005/8/layout/chevron2"/>
    <dgm:cxn modelId="{3206ADC7-8263-43C9-9EFB-0A76B26E2180}" type="presOf" srcId="{AE5861B6-14A4-4CB1-98CE-0C4A53AE1595}" destId="{D59827FF-6C9E-4639-8CF4-24B3AB45EEC2}" srcOrd="0" destOrd="0" presId="urn:microsoft.com/office/officeart/2005/8/layout/chevron2"/>
    <dgm:cxn modelId="{D3EBB3DA-48B3-45D9-8BDC-29EC3F26DF36}" type="presOf" srcId="{4D40037E-2C21-4EB3-AB8D-F5FDFA9E15CD}" destId="{80A6B821-ECF3-4887-A7B4-A1D4E2A82EEE}" srcOrd="0" destOrd="0" presId="urn:microsoft.com/office/officeart/2005/8/layout/chevron2"/>
    <dgm:cxn modelId="{F6AC2AED-171B-4D2D-B7D6-17F0523D0E0A}" srcId="{EC00A7CF-202C-43BD-9727-83ECE95E521A}" destId="{078CCF84-9CC9-4C19-B2F0-FE0D0B0BE965}" srcOrd="0" destOrd="0" parTransId="{0F5F15A4-86CF-4594-8BA8-6D1F9A4889F6}" sibTransId="{48303D2D-995A-4D5F-AA38-EFBD083C8A12}"/>
    <dgm:cxn modelId="{64CBE36F-6F5F-4107-9183-887D65F1F525}" type="presParOf" srcId="{227AE016-66EB-4178-B807-D32F28C4D0A2}" destId="{584ADC2E-C1A2-45B7-9328-5FB0330236D8}" srcOrd="0" destOrd="0" presId="urn:microsoft.com/office/officeart/2005/8/layout/chevron2"/>
    <dgm:cxn modelId="{8B2FB36A-26E5-467B-8403-3D15E3915DA1}" type="presParOf" srcId="{584ADC2E-C1A2-45B7-9328-5FB0330236D8}" destId="{0BAD5156-E8DA-4C63-9775-4D99364B2529}" srcOrd="0" destOrd="0" presId="urn:microsoft.com/office/officeart/2005/8/layout/chevron2"/>
    <dgm:cxn modelId="{4D2FCC96-D629-4BBB-BFD0-71A4F283CD5D}" type="presParOf" srcId="{584ADC2E-C1A2-45B7-9328-5FB0330236D8}" destId="{D59827FF-6C9E-4639-8CF4-24B3AB45EEC2}" srcOrd="1" destOrd="0" presId="urn:microsoft.com/office/officeart/2005/8/layout/chevron2"/>
    <dgm:cxn modelId="{9A132DC3-D39A-4000-8D4F-8DE93D25A5EB}" type="presParOf" srcId="{227AE016-66EB-4178-B807-D32F28C4D0A2}" destId="{1B57EC3A-2D88-460E-A5C6-D1C899CD796D}" srcOrd="1" destOrd="0" presId="urn:microsoft.com/office/officeart/2005/8/layout/chevron2"/>
    <dgm:cxn modelId="{9AD1FBE6-DD8E-4045-B79A-D50D5C45CFA8}" type="presParOf" srcId="{227AE016-66EB-4178-B807-D32F28C4D0A2}" destId="{6D92BA7A-0686-4815-BD57-D228C90325EE}" srcOrd="2" destOrd="0" presId="urn:microsoft.com/office/officeart/2005/8/layout/chevron2"/>
    <dgm:cxn modelId="{2E7D950C-2425-4B86-BE52-5F8F546A38D7}" type="presParOf" srcId="{6D92BA7A-0686-4815-BD57-D228C90325EE}" destId="{80A6B821-ECF3-4887-A7B4-A1D4E2A82EEE}" srcOrd="0" destOrd="0" presId="urn:microsoft.com/office/officeart/2005/8/layout/chevron2"/>
    <dgm:cxn modelId="{46DC3698-E820-4F95-95D6-1BF1A019ACB7}" type="presParOf" srcId="{6D92BA7A-0686-4815-BD57-D228C90325EE}" destId="{581F689D-7806-4D7E-A9DC-5CB49140771B}" srcOrd="1" destOrd="0" presId="urn:microsoft.com/office/officeart/2005/8/layout/chevron2"/>
    <dgm:cxn modelId="{D60C4CEE-73AF-43B2-8A64-970FBECD2724}" type="presParOf" srcId="{227AE016-66EB-4178-B807-D32F28C4D0A2}" destId="{66F1A40A-A68F-4745-B930-84C42792DC81}" srcOrd="3" destOrd="0" presId="urn:microsoft.com/office/officeart/2005/8/layout/chevron2"/>
    <dgm:cxn modelId="{BC0B9718-756A-4020-8CB2-5ACCFEC2D260}" type="presParOf" srcId="{227AE016-66EB-4178-B807-D32F28C4D0A2}" destId="{F45806A9-F1B6-48F2-8977-F36057D99292}" srcOrd="4" destOrd="0" presId="urn:microsoft.com/office/officeart/2005/8/layout/chevron2"/>
    <dgm:cxn modelId="{BD85A247-BE48-4AB0-ABAD-C75CFCA6C4D8}" type="presParOf" srcId="{F45806A9-F1B6-48F2-8977-F36057D99292}" destId="{3A70F684-38CD-4A1A-8A96-F689EB770E0E}" srcOrd="0" destOrd="0" presId="urn:microsoft.com/office/officeart/2005/8/layout/chevron2"/>
    <dgm:cxn modelId="{E3B4D4D7-AFC7-4643-821F-D1F8747D8EB9}" type="presParOf" srcId="{F45806A9-F1B6-48F2-8977-F36057D99292}" destId="{696C08EE-ECAF-40CB-877B-BDDD5A30F4B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D5156-E8DA-4C63-9775-4D99364B2529}">
      <dsp:nvSpPr>
        <dsp:cNvPr id="0" name=""/>
        <dsp:cNvSpPr/>
      </dsp:nvSpPr>
      <dsp:spPr>
        <a:xfrm rot="5400000">
          <a:off x="-232551" y="232842"/>
          <a:ext cx="1550341" cy="108523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solidFill>
                <a:schemeClr val="bg1"/>
              </a:solidFill>
              <a:effectLst/>
              <a:latin typeface="Segoe UI"/>
              <a:cs typeface="Segoe UI"/>
            </a:rPr>
            <a:t>Code Generation from Images</a:t>
          </a:r>
          <a:r>
            <a:rPr lang="en-US" sz="1000" b="0" i="0" kern="1200" dirty="0">
              <a:solidFill>
                <a:schemeClr val="bg1"/>
              </a:solidFill>
              <a:effectLst/>
              <a:latin typeface="Segoe UI"/>
              <a:cs typeface="Segoe UI"/>
            </a:rPr>
            <a:t>:</a:t>
          </a:r>
          <a:endParaRPr lang="en-IN" sz="1000" kern="1200" dirty="0">
            <a:solidFill>
              <a:schemeClr val="bg1"/>
            </a:solidFill>
          </a:endParaRPr>
        </a:p>
      </dsp:txBody>
      <dsp:txXfrm rot="-5400000">
        <a:off x="1" y="542911"/>
        <a:ext cx="1085239" cy="465102"/>
      </dsp:txXfrm>
    </dsp:sp>
    <dsp:sp modelId="{D59827FF-6C9E-4639-8CF4-24B3AB45EEC2}">
      <dsp:nvSpPr>
        <dsp:cNvPr id="0" name=""/>
        <dsp:cNvSpPr/>
      </dsp:nvSpPr>
      <dsp:spPr>
        <a:xfrm rot="5400000">
          <a:off x="5810854" y="-4725324"/>
          <a:ext cx="1007722" cy="104589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Developers can use Copilot Vision to generate code based on visual inputs. For example, it can help create code for image processing tasks or generate HTML/CSS code from a screenshot of a web design.</a:t>
          </a:r>
          <a:r>
            <a:rPr lang="en-US" sz="2100" b="0" i="0" kern="1200" dirty="0">
              <a:effectLst/>
              <a:latin typeface="Calibri"/>
              <a:ea typeface="Calibri"/>
              <a:cs typeface="Calibri"/>
            </a:rPr>
            <a:t> </a:t>
          </a:r>
          <a:endParaRPr lang="en-IN" sz="2100" kern="1200" dirty="0">
            <a:latin typeface="Calibri"/>
            <a:ea typeface="Calibri"/>
            <a:cs typeface="Calibri"/>
          </a:endParaRPr>
        </a:p>
      </dsp:txBody>
      <dsp:txXfrm rot="-5400000">
        <a:off x="1085240" y="49483"/>
        <a:ext cx="10409759" cy="909336"/>
      </dsp:txXfrm>
    </dsp:sp>
    <dsp:sp modelId="{80A6B821-ECF3-4887-A7B4-A1D4E2A82EEE}">
      <dsp:nvSpPr>
        <dsp:cNvPr id="0" name=""/>
        <dsp:cNvSpPr/>
      </dsp:nvSpPr>
      <dsp:spPr>
        <a:xfrm rot="5400000">
          <a:off x="-232551" y="1588319"/>
          <a:ext cx="1550341" cy="1085239"/>
        </a:xfrm>
        <a:prstGeom prst="chevron">
          <a:avLst/>
        </a:prstGeom>
        <a:solidFill>
          <a:schemeClr val="accent2">
            <a:hueOff val="-57403"/>
            <a:satOff val="-8158"/>
            <a:lumOff val="-10784"/>
            <a:alphaOff val="0"/>
          </a:schemeClr>
        </a:solidFill>
        <a:ln w="12700" cap="flat" cmpd="sng" algn="ctr">
          <a:solidFill>
            <a:schemeClr val="accent2">
              <a:hueOff val="-57403"/>
              <a:satOff val="-8158"/>
              <a:lumOff val="-10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solidFill>
                <a:schemeClr val="bg1"/>
              </a:solidFill>
              <a:effectLst/>
              <a:latin typeface="Segoe UI"/>
              <a:cs typeface="Segoe UI"/>
            </a:rPr>
            <a:t>Enhanced Documentation</a:t>
          </a:r>
          <a:r>
            <a:rPr lang="en-US" sz="1000" b="1" kern="1200" dirty="0">
              <a:solidFill>
                <a:schemeClr val="bg1"/>
              </a:solidFill>
              <a:latin typeface="Segoe UI"/>
              <a:cs typeface="Segoe UI"/>
            </a:rPr>
            <a:t>:</a:t>
          </a:r>
          <a:endParaRPr lang="en-IN" sz="1000" kern="1200" dirty="0">
            <a:solidFill>
              <a:schemeClr val="bg1"/>
            </a:solidFill>
          </a:endParaRPr>
        </a:p>
      </dsp:txBody>
      <dsp:txXfrm rot="-5400000">
        <a:off x="1" y="1898388"/>
        <a:ext cx="1085239" cy="465102"/>
      </dsp:txXfrm>
    </dsp:sp>
    <dsp:sp modelId="{581F689D-7806-4D7E-A9DC-5CB49140771B}">
      <dsp:nvSpPr>
        <dsp:cNvPr id="0" name=""/>
        <dsp:cNvSpPr/>
      </dsp:nvSpPr>
      <dsp:spPr>
        <a:xfrm rot="5400000">
          <a:off x="5810854" y="-3369846"/>
          <a:ext cx="1007722" cy="104589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7403"/>
              <a:satOff val="-8158"/>
              <a:lumOff val="-10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>
              <a:solidFill>
                <a:srgbClr val="242424"/>
              </a:solidFill>
              <a:effectLst/>
              <a:latin typeface="Segoe UI"/>
              <a:cs typeface="Segoe UI"/>
            </a:rPr>
            <a:t> </a:t>
          </a:r>
          <a:r>
            <a:rPr lang="en-US" sz="2100" b="0" i="0" kern="120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Copilot Vision can assist in creating more comprehensive documentation by including visual aids and explanations derived from images.</a:t>
          </a:r>
          <a:endParaRPr lang="en-IN" sz="2100" kern="1200" dirty="0">
            <a:solidFill>
              <a:srgbClr val="242424"/>
            </a:solidFill>
            <a:latin typeface="Calibri"/>
            <a:ea typeface="Calibri"/>
            <a:cs typeface="Segoe UI"/>
          </a:endParaRPr>
        </a:p>
      </dsp:txBody>
      <dsp:txXfrm rot="-5400000">
        <a:off x="1085240" y="1404961"/>
        <a:ext cx="10409759" cy="909336"/>
      </dsp:txXfrm>
    </dsp:sp>
    <dsp:sp modelId="{3A70F684-38CD-4A1A-8A96-F689EB770E0E}">
      <dsp:nvSpPr>
        <dsp:cNvPr id="0" name=""/>
        <dsp:cNvSpPr/>
      </dsp:nvSpPr>
      <dsp:spPr>
        <a:xfrm rot="5400000">
          <a:off x="-232551" y="2943797"/>
          <a:ext cx="1550341" cy="1085239"/>
        </a:xfrm>
        <a:prstGeom prst="chevron">
          <a:avLst/>
        </a:prstGeom>
        <a:solidFill>
          <a:schemeClr val="accent2">
            <a:hueOff val="-114806"/>
            <a:satOff val="-16316"/>
            <a:lumOff val="-21567"/>
            <a:alphaOff val="0"/>
          </a:schemeClr>
        </a:solidFill>
        <a:ln w="12700" cap="flat" cmpd="sng" algn="ctr">
          <a:solidFill>
            <a:schemeClr val="accent2">
              <a:hueOff val="-114806"/>
              <a:satOff val="-16316"/>
              <a:lumOff val="-215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solidFill>
                <a:schemeClr val="bg1"/>
              </a:solidFill>
              <a:effectLst/>
              <a:latin typeface="Segoe UI"/>
              <a:cs typeface="Segoe UI"/>
            </a:rPr>
            <a:t>Image Understanding</a:t>
          </a:r>
          <a:r>
            <a:rPr lang="en-US" sz="1000" b="0" i="0" kern="1200" dirty="0">
              <a:solidFill>
                <a:schemeClr val="bg1"/>
              </a:solidFill>
              <a:effectLst/>
              <a:latin typeface="Segoe UI"/>
              <a:cs typeface="Segoe UI"/>
            </a:rPr>
            <a:t>:</a:t>
          </a:r>
          <a:endParaRPr lang="en-IN" sz="1000" kern="1200" dirty="0">
            <a:solidFill>
              <a:schemeClr val="bg1"/>
            </a:solidFill>
          </a:endParaRPr>
        </a:p>
      </dsp:txBody>
      <dsp:txXfrm rot="-5400000">
        <a:off x="1" y="3253866"/>
        <a:ext cx="1085239" cy="465102"/>
      </dsp:txXfrm>
    </dsp:sp>
    <dsp:sp modelId="{696C08EE-ECAF-40CB-877B-BDDD5A30F4B6}">
      <dsp:nvSpPr>
        <dsp:cNvPr id="0" name=""/>
        <dsp:cNvSpPr/>
      </dsp:nvSpPr>
      <dsp:spPr>
        <a:xfrm rot="5400000">
          <a:off x="5810854" y="-2014369"/>
          <a:ext cx="1007722" cy="104589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14806"/>
              <a:satOff val="-16316"/>
              <a:lumOff val="-215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>
              <a:solidFill>
                <a:srgbClr val="242424"/>
              </a:solidFill>
              <a:effectLst/>
              <a:latin typeface="Calibri"/>
              <a:ea typeface="Calibri"/>
              <a:cs typeface="Segoe UI"/>
            </a:rPr>
            <a:t>Copilot Vision can analyze and understand images, enabling developers to integrate visual data into their projects more effectively. This includes tasks like image classification, object detection, and image segmentation.</a:t>
          </a:r>
          <a:endParaRPr lang="en-IN" sz="2100" kern="1200" dirty="0">
            <a:solidFill>
              <a:srgbClr val="242424"/>
            </a:solidFill>
            <a:latin typeface="Calibri"/>
            <a:ea typeface="Calibri"/>
            <a:cs typeface="Segoe UI"/>
          </a:endParaRPr>
        </a:p>
      </dsp:txBody>
      <dsp:txXfrm rot="-5400000">
        <a:off x="1085240" y="2760438"/>
        <a:ext cx="10409759" cy="909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B76A-4F7D-4E36-83F0-A884D71F268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9D03-EA1B-41EE-9580-4BF7FC9B9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1A529-52D4-4CBB-B961-704D966D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8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548F-816D-241E-5C0D-AFE2C84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8802-7C59-0CB8-0159-F7146473C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384C2-9860-726E-7CC8-012AC2E36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D91C-0F50-8ED1-1D48-72981465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51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36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74913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503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651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 slid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40526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635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e slid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3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84450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135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3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9415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2877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96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868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65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42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77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4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6479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41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8679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059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600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395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915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1957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39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203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24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8140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1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521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2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698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526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222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63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70595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013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423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470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3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40140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6F7D79-F798-4363-8E9B-6BAAC637D4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Insert Picture and send to back</a:t>
            </a:r>
          </a:p>
          <a:p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2EC1376B-6D90-49FF-A3E6-C79ABC9F4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>
            <a:extLst>
              <a:ext uri="{FF2B5EF4-FFF2-40B4-BE49-F238E27FC236}">
                <a16:creationId xmlns:a16="http://schemas.microsoft.com/office/drawing/2014/main" id="{17C88DCA-1687-9D3F-510F-DB7805134421}"/>
              </a:ext>
            </a:extLst>
          </p:cNvPr>
          <p:cNvSpPr/>
          <p:nvPr userDrawn="1"/>
        </p:nvSpPr>
        <p:spPr>
          <a:xfrm>
            <a:off x="11791753" y="6517658"/>
            <a:ext cx="229263" cy="215444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E59FAA2-8181-BDD8-824F-A01749096477}"/>
              </a:ext>
            </a:extLst>
          </p:cNvPr>
          <p:cNvSpPr/>
          <p:nvPr userDrawn="1"/>
        </p:nvSpPr>
        <p:spPr>
          <a:xfrm>
            <a:off x="9229693" y="6573738"/>
            <a:ext cx="2529539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2024. All rights reserved |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FF068-636F-FDE9-F99D-FF2C8F01D6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53998" y="246534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BAD855-4C24-DA81-1801-ACD41EA8DA9E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501C08-6771-1D76-A8BF-DD49B8B44D96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C51FB6-DA41-76CA-151C-129A49D0FF7F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ADD8B-B135-F93F-C7B3-AD675266769C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FD4D15-BBB5-B7B0-EDB9-987A0FD642E6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4416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798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785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9363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195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449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5980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1201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56916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10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76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39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6320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3666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134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2759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33115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44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9910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39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95765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639207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806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490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2178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138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9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574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2111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127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8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984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37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337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335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1211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96243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54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29952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28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7867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263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5938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357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99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46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-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4A965C7A-B63C-476C-A4A7-F1DA082B5A6A}"/>
              </a:ext>
            </a:extLst>
          </p:cNvPr>
          <p:cNvGrpSpPr>
            <a:grpSpLocks/>
          </p:cNvGrpSpPr>
          <p:nvPr userDrawn="1"/>
        </p:nvGrpSpPr>
        <p:grpSpPr>
          <a:xfrm>
            <a:off x="11562163" y="207582"/>
            <a:ext cx="419436" cy="388988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08780755-E109-45E3-9564-937AFC868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0B189194-351B-46D6-A408-2F6B6B57F0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Slide number">
            <a:extLst>
              <a:ext uri="{FF2B5EF4-FFF2-40B4-BE49-F238E27FC236}">
                <a16:creationId xmlns:a16="http://schemas.microsoft.com/office/drawing/2014/main" id="{CA4932B0-5EDB-11C1-C0EA-1A270DFCC493}"/>
              </a:ext>
            </a:extLst>
          </p:cNvPr>
          <p:cNvSpPr/>
          <p:nvPr userDrawn="1"/>
        </p:nvSpPr>
        <p:spPr>
          <a:xfrm>
            <a:off x="11744128" y="6541977"/>
            <a:ext cx="229263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700" smtClean="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700">
              <a:solidFill>
                <a:srgbClr val="A6A6A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ooter Copyright">
            <a:extLst>
              <a:ext uri="{FF2B5EF4-FFF2-40B4-BE49-F238E27FC236}">
                <a16:creationId xmlns:a16="http://schemas.microsoft.com/office/drawing/2014/main" id="{D35ED927-78C1-3D65-791E-7A43547DAE40}"/>
              </a:ext>
            </a:extLst>
          </p:cNvPr>
          <p:cNvSpPr/>
          <p:nvPr userDrawn="1"/>
        </p:nvSpPr>
        <p:spPr>
          <a:xfrm>
            <a:off x="7257892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 Company Confidential © Capgemini 2024. All rights reserved |</a:t>
            </a:r>
          </a:p>
        </p:txBody>
      </p:sp>
      <p:sp>
        <p:nvSpPr>
          <p:cNvPr id="7" name="Footer Copyright">
            <a:extLst>
              <a:ext uri="{FF2B5EF4-FFF2-40B4-BE49-F238E27FC236}">
                <a16:creationId xmlns:a16="http://schemas.microsoft.com/office/drawing/2014/main" id="{1B3E4988-752C-EBE0-809A-6C52F4E634A0}"/>
              </a:ext>
            </a:extLst>
          </p:cNvPr>
          <p:cNvSpPr/>
          <p:nvPr userDrawn="1"/>
        </p:nvSpPr>
        <p:spPr>
          <a:xfrm>
            <a:off x="401946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Generative AI for Software Engineering | Measurement protocol</a:t>
            </a:r>
          </a:p>
        </p:txBody>
      </p:sp>
    </p:spTree>
    <p:extLst>
      <p:ext uri="{BB962C8B-B14F-4D97-AF65-F5344CB8AC3E}">
        <p14:creationId xmlns:p14="http://schemas.microsoft.com/office/powerpoint/2010/main" val="91234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9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 |  Author  | 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69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70" r:id="rId41"/>
    <p:sldLayoutId id="2147483764" r:id="rId42"/>
    <p:sldLayoutId id="2147483765" r:id="rId43"/>
    <p:sldLayoutId id="2147483766" r:id="rId44"/>
    <p:sldLayoutId id="2147483767" r:id="rId45"/>
    <p:sldLayoutId id="2147483768" r:id="rId46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TITLE</a:t>
            </a:r>
            <a:endParaRPr lang="en-US"/>
          </a:p>
        </p:txBody>
      </p:sp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4813" y="1327150"/>
            <a:ext cx="11376880" cy="51355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grpSp>
        <p:nvGrpSpPr>
          <p:cNvPr id="94" name="Groupe 1">
            <a:extLst>
              <a:ext uri="{FF2B5EF4-FFF2-40B4-BE49-F238E27FC236}">
                <a16:creationId xmlns:a16="http://schemas.microsoft.com/office/drawing/2014/main" id="{11A3E882-4152-49CC-A658-0BA2BD4CC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7962C740-AA7F-4225-AF45-30CEC5D8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8B6BE8F3-0248-42CC-8053-5B10FA1A6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0" name="Rectangle 27">
            <a:extLst>
              <a:ext uri="{FF2B5EF4-FFF2-40B4-BE49-F238E27FC236}">
                <a16:creationId xmlns:a16="http://schemas.microsoft.com/office/drawing/2014/main" id="{777F4691-2D56-47C4-B2B1-73BE348DB06D}"/>
              </a:ext>
            </a:extLst>
          </p:cNvPr>
          <p:cNvSpPr/>
          <p:nvPr userDrawn="1"/>
        </p:nvSpPr>
        <p:spPr>
          <a:xfrm>
            <a:off x="722707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Public © Capgemini 2023. All rights reserved  |</a:t>
            </a:r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1302EB1D-4F45-4228-A725-9CA0AEFCE017}"/>
              </a:ext>
            </a:extLst>
          </p:cNvPr>
          <p:cNvSpPr/>
          <p:nvPr userDrawn="1"/>
        </p:nvSpPr>
        <p:spPr>
          <a:xfrm>
            <a:off x="1174412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17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hf sldNum="0" hd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600" b="0" i="0" u="none" strike="noStrike" kern="1200" cap="all" spc="0" normalizeH="0" baseline="0" noProof="0" dirty="0">
          <a:ln>
            <a:noFill/>
          </a:ln>
          <a:solidFill>
            <a:schemeClr val="accent4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Ubuntu" panose="020B0504030602030204" pitchFamily="34" charset="0"/>
        <a:buChar char="–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10" pos="7423">
          <p15:clr>
            <a:srgbClr val="F26B43"/>
          </p15:clr>
        </p15:guide>
        <p15:guide id="11" orient="horz" pos="4071">
          <p15:clr>
            <a:srgbClr val="F26B43"/>
          </p15:clr>
        </p15:guide>
        <p15:guide id="12" pos="255">
          <p15:clr>
            <a:srgbClr val="F26B43"/>
          </p15:clr>
        </p15:guide>
        <p15:guide id="13" orient="horz" pos="836">
          <p15:clr>
            <a:srgbClr val="F26B43"/>
          </p15:clr>
        </p15:guide>
        <p15:guide id="14" orient="horz" pos="245">
          <p15:clr>
            <a:srgbClr val="F26B43"/>
          </p15:clr>
        </p15:guide>
        <p15:guide id="15" pos="3840">
          <p15:clr>
            <a:srgbClr val="F26B43"/>
          </p15:clr>
        </p15:guide>
        <p15:guide id="16" pos="3899">
          <p15:clr>
            <a:srgbClr val="F26B43"/>
          </p15:clr>
        </p15:guide>
        <p15:guide id="17" pos="378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's eye">
            <a:extLst>
              <a:ext uri="{FF2B5EF4-FFF2-40B4-BE49-F238E27FC236}">
                <a16:creationId xmlns:a16="http://schemas.microsoft.com/office/drawing/2014/main" id="{D666B677-1F70-A9DA-76C5-6EEB94C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3" b="118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76C8D-47BB-8EF6-E421-F03820FCA273}"/>
              </a:ext>
            </a:extLst>
          </p:cNvPr>
          <p:cNvSpPr/>
          <p:nvPr/>
        </p:nvSpPr>
        <p:spPr>
          <a:xfrm>
            <a:off x="0" y="9832"/>
            <a:ext cx="12192001" cy="6858000"/>
          </a:xfrm>
          <a:prstGeom prst="rect">
            <a:avLst/>
          </a:prstGeom>
          <a:gradFill>
            <a:gsLst>
              <a:gs pos="33000">
                <a:srgbClr val="121319">
                  <a:alpha val="0"/>
                </a:srgbClr>
              </a:gs>
              <a:gs pos="0">
                <a:schemeClr val="tx1">
                  <a:alpha val="29000"/>
                </a:schemeClr>
              </a:gs>
              <a:gs pos="96000">
                <a:srgbClr val="272936">
                  <a:alpha val="6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9EF106-62EE-2BA8-7B5B-C03F8F0B43DE}"/>
              </a:ext>
            </a:extLst>
          </p:cNvPr>
          <p:cNvGrpSpPr>
            <a:grpSpLocks noChangeAspect="1"/>
          </p:cNvGrpSpPr>
          <p:nvPr/>
        </p:nvGrpSpPr>
        <p:grpSpPr>
          <a:xfrm>
            <a:off x="9422553" y="611981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5AB8AE9-73A4-4BA6-50FA-AD8E456DCDB5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D35C33-A153-3E36-0667-4BBA4DC6778A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ABA1E-505C-F833-A58D-3263A17FABB7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D89E3B-F0F8-066B-3FEC-5F7EC08933E3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0A888D-AF01-7CE2-1D48-3895E5BE7B10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18314-209B-C682-4536-929BA12460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28" name="Picture 27" descr="A picture containing shape&#10;&#10;Description automatically generated">
            <a:extLst>
              <a:ext uri="{FF2B5EF4-FFF2-40B4-BE49-F238E27FC236}">
                <a16:creationId xmlns:a16="http://schemas.microsoft.com/office/drawing/2014/main" id="{DE949792-8003-650D-8182-7561F7D98C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40" name="Picture 39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29958377-86EE-22F4-52E1-B4B808035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E17076-991C-431A-9B77-E8363D54BDC9}"/>
              </a:ext>
            </a:extLst>
          </p:cNvPr>
          <p:cNvSpPr txBox="1">
            <a:spLocks/>
          </p:cNvSpPr>
          <p:nvPr/>
        </p:nvSpPr>
        <p:spPr>
          <a:xfrm>
            <a:off x="616966" y="4435950"/>
            <a:ext cx="11386134" cy="1218795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algn="r"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</a:rPr>
              <a:t>GitHub copilot</a:t>
            </a:r>
            <a:r>
              <a:rPr lang="en-GB" sz="4400" cap="none">
                <a:solidFill>
                  <a:srgbClr val="FFFFFF"/>
                </a:solidFill>
                <a:latin typeface="Ubuntu"/>
              </a:rPr>
              <a:t> -</a:t>
            </a:r>
            <a:endParaRPr lang="en-GB">
              <a:solidFill>
                <a:srgbClr val="FFFFFF"/>
              </a:solidFill>
            </a:endParaRPr>
          </a:p>
          <a:p>
            <a:pPr algn="r">
              <a:defRPr/>
            </a:pPr>
            <a:r>
              <a:rPr lang="en-GB" sz="4400" cap="none">
                <a:solidFill>
                  <a:srgbClr val="FFFFFF"/>
                </a:solidFill>
                <a:latin typeface="Ubuntu"/>
              </a:rPr>
              <a:t>Vision Feature</a:t>
            </a:r>
            <a:endParaRPr lang="en-GB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7497265-9E87-C89B-0E67-8A9EEF9327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1" y="5188327"/>
            <a:ext cx="2968307" cy="1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5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94E-FCF8-05E5-E13B-2EF1EA97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4F03BD9-51EF-4143-9656-774072A8390B}"/>
              </a:ext>
            </a:extLst>
          </p:cNvPr>
          <p:cNvSpPr txBox="1">
            <a:spLocks/>
          </p:cNvSpPr>
          <p:nvPr/>
        </p:nvSpPr>
        <p:spPr>
          <a:xfrm>
            <a:off x="561870" y="-1805152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7846C1C5-B896-9A83-4E11-F8BD0E4CF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43" y="101457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1652D-B33D-70B5-E363-ADFF048CF466}"/>
              </a:ext>
            </a:extLst>
          </p:cNvPr>
          <p:cNvSpPr txBox="1"/>
          <p:nvPr/>
        </p:nvSpPr>
        <p:spPr>
          <a:xfrm>
            <a:off x="368408" y="230351"/>
            <a:ext cx="458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Copilot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23062-759A-A9D5-A5F9-B8D55B932E0B}"/>
              </a:ext>
            </a:extLst>
          </p:cNvPr>
          <p:cNvSpPr txBox="1"/>
          <p:nvPr/>
        </p:nvSpPr>
        <p:spPr>
          <a:xfrm>
            <a:off x="368408" y="793312"/>
            <a:ext cx="1154419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The GitHub 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Copilot Vision feature allows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users 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to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attach images 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and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work 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with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them directly in 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Copilot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Chat.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You can share screenshots of errors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, and </a:t>
            </a:r>
            <a:r>
              <a:rPr lang="en-US" sz="1500" dirty="0">
                <a:solidFill>
                  <a:schemeClr val="bg1"/>
                </a:solidFill>
                <a:ea typeface="+mn-lt"/>
                <a:cs typeface="+mn-lt"/>
              </a:rPr>
              <a:t>Copilot will interpret the image and help resolve the issue</a:t>
            </a:r>
            <a:r>
              <a:rPr lang="en-US" sz="1500" i="0" dirty="0">
                <a:solidFill>
                  <a:schemeClr val="bg1"/>
                </a:solidFill>
                <a:effectLst/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DF9B4C8-15E3-42A5-6D5F-AD8D181C3C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193207"/>
              </p:ext>
            </p:extLst>
          </p:nvPr>
        </p:nvGraphicFramePr>
        <p:xfrm>
          <a:off x="315491" y="2330350"/>
          <a:ext cx="11544192" cy="4261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8E1DE1-6742-420B-6B50-F24E2B341AC6}"/>
              </a:ext>
            </a:extLst>
          </p:cNvPr>
          <p:cNvSpPr/>
          <p:nvPr/>
        </p:nvSpPr>
        <p:spPr>
          <a:xfrm>
            <a:off x="368408" y="1520850"/>
            <a:ext cx="11544192" cy="518092"/>
          </a:xfrm>
          <a:prstGeom prst="roundRect">
            <a:avLst/>
          </a:prstGeom>
          <a:solidFill>
            <a:srgbClr val="0070AD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E47608-4DFE-FE9B-4F99-36B5546D916B}"/>
              </a:ext>
            </a:extLst>
          </p:cNvPr>
          <p:cNvSpPr txBox="1"/>
          <p:nvPr/>
        </p:nvSpPr>
        <p:spPr>
          <a:xfrm>
            <a:off x="4495893" y="1578142"/>
            <a:ext cx="3200213" cy="402291"/>
          </a:xfrm>
          <a:prstGeom prst="rect">
            <a:avLst/>
          </a:prstGeom>
          <a:noFill/>
        </p:spPr>
        <p:txBody>
          <a:bodyPr vert="horz" wrap="non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</a:rPr>
              <a:t>Why Use Copilot Vision ?</a:t>
            </a:r>
            <a:endParaRPr lang="en-IN" sz="20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D08ECEA2-A0CA-9912-6FCE-458887C585DF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42F45FDF-4599-B8B5-01B4-99214D882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B99C0-B328-6186-9307-BA8A3808AEF8}"/>
              </a:ext>
            </a:extLst>
          </p:cNvPr>
          <p:cNvSpPr/>
          <p:nvPr/>
        </p:nvSpPr>
        <p:spPr>
          <a:xfrm>
            <a:off x="561870" y="1872519"/>
            <a:ext cx="11432169" cy="1848604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Code Suggestions: </a:t>
            </a:r>
            <a:r>
              <a:rPr lang="en-US" sz="16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Get suggestions for fixing bugs or refactoring code to improve readability and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algn="l"/>
            <a:r>
              <a:rPr lang="en-IN" sz="16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.Error Handling</a:t>
            </a:r>
            <a:r>
              <a:rPr lang="en-US" sz="1600" b="1" dirty="0">
                <a:solidFill>
                  <a:schemeClr val="accent2"/>
                </a:solidFill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Automatically generate error handling code and logging.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E04D2B-3476-DEEA-0375-3605380E6615}"/>
              </a:ext>
            </a:extLst>
          </p:cNvPr>
          <p:cNvSpPr/>
          <p:nvPr/>
        </p:nvSpPr>
        <p:spPr>
          <a:xfrm>
            <a:off x="3420128" y="863912"/>
            <a:ext cx="4626865" cy="518092"/>
          </a:xfrm>
          <a:prstGeom prst="roundRect">
            <a:avLst/>
          </a:prstGeom>
          <a:solidFill>
            <a:srgbClr val="0070AD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2E86B-AF63-C39E-0ECD-D7981A632B2A}"/>
              </a:ext>
            </a:extLst>
          </p:cNvPr>
          <p:cNvSpPr txBox="1"/>
          <p:nvPr/>
        </p:nvSpPr>
        <p:spPr>
          <a:xfrm>
            <a:off x="3960350" y="863501"/>
            <a:ext cx="3901986" cy="40229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</a:rPr>
              <a:t>When to use vision feature?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37D9B7-5471-8C1B-9E6B-7ADB62041319}"/>
              </a:ext>
            </a:extLst>
          </p:cNvPr>
          <p:cNvSpPr/>
          <p:nvPr/>
        </p:nvSpPr>
        <p:spPr>
          <a:xfrm>
            <a:off x="561869" y="4027872"/>
            <a:ext cx="11432169" cy="1848604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Auto-Generated Comments</a:t>
            </a: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: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Generate comments and documentation for your code, making it easier to understand and maintain.</a:t>
            </a:r>
          </a:p>
          <a:p>
            <a:endParaRPr lang="en-US" sz="16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Explaining Code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: Use it to write explanations and descriptions for complex code blocks.</a:t>
            </a:r>
          </a:p>
          <a:p>
            <a:endParaRPr lang="en-US" sz="16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C5B1FD-F732-A94E-825F-B2DF86F45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1" y="-21854"/>
            <a:ext cx="12191999" cy="6879853"/>
          </a:xfrm>
          <a:prstGeom prst="rect">
            <a:avLst/>
          </a:prstGeom>
          <a:solidFill>
            <a:srgbClr val="27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grpSp>
        <p:nvGrpSpPr>
          <p:cNvPr id="6" name="Groupe 1">
            <a:extLst>
              <a:ext uri="{FF2B5EF4-FFF2-40B4-BE49-F238E27FC236}">
                <a16:creationId xmlns:a16="http://schemas.microsoft.com/office/drawing/2014/main" id="{7D121029-30A9-C936-147F-B44C9DB4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AAB6818-D7E9-283C-8ED7-05EB655E9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BC6E8A-6B85-252D-644F-DC79FFA0B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088A8A53-950C-3A44-020D-0E4DDF7C7320}"/>
              </a:ext>
            </a:extLst>
          </p:cNvPr>
          <p:cNvSpPr txBox="1">
            <a:spLocks/>
          </p:cNvSpPr>
          <p:nvPr/>
        </p:nvSpPr>
        <p:spPr>
          <a:xfrm>
            <a:off x="964660" y="2530475"/>
            <a:ext cx="10262680" cy="13614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9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7701" marR="3081" lvl="0" indent="0" algn="l" defTabSz="914400" rtl="0" eaLnBrk="1" fontAlgn="auto" latinLnBrk="0" hangingPunct="1">
              <a:lnSpc>
                <a:spcPct val="79800"/>
              </a:lnSpc>
              <a:spcBef>
                <a:spcPts val="14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-12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j-ea"/>
                <a:cs typeface="Ubuntu Light"/>
              </a:rPr>
              <a:t>Thank You</a:t>
            </a:r>
            <a:endParaRPr kumimoji="0" lang="en-GB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j-ea"/>
              <a:cs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1951628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2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3.xml><?xml version="1.0" encoding="utf-8"?>
<a:theme xmlns:a="http://schemas.openxmlformats.org/drawingml/2006/main" name="2_Capgemini2021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177900" rIns="0" bIns="0" rtlCol="0">
        <a:spAutoFit/>
      </a:bodyPr>
      <a:lstStyle>
        <a:defPPr marL="7701" marR="3081" algn="l">
          <a:lnSpc>
            <a:spcPct val="79800"/>
          </a:lnSpc>
          <a:defRPr sz="9600" spc="-121" dirty="0" smtClean="0">
            <a:solidFill>
              <a:srgbClr val="FFFFFF"/>
            </a:solidFill>
            <a:latin typeface="+mj-lt"/>
            <a:cs typeface="Ubuntu Light"/>
          </a:defRPr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ppt-Capgemini_MasterTemplateCustomcolors.potx" id="{825B9D35-2592-4CA9-BA23-58B006335B2A}" vid="{B094C477-C962-4A54-95AE-F74EAD58A67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4EED2041BB84FAADAEEED37CCA767" ma:contentTypeVersion="22" ma:contentTypeDescription="Create a new document." ma:contentTypeScope="" ma:versionID="954ff4ebb23f7fd76e74602c19edb222">
  <xsd:schema xmlns:xsd="http://www.w3.org/2001/XMLSchema" xmlns:xs="http://www.w3.org/2001/XMLSchema" xmlns:p="http://schemas.microsoft.com/office/2006/metadata/properties" xmlns:ns2="73176d5b-9430-4e66-b33f-41903d64ba6b" xmlns:ns3="75f6b4fc-a96d-4771-97b5-b90f5c6cd162" targetNamespace="http://schemas.microsoft.com/office/2006/metadata/properties" ma:root="true" ma:fieldsID="2a6d7072647e6ca964d284378c95fa8e" ns2:_="" ns3:_="">
    <xsd:import namespace="73176d5b-9430-4e66-b33f-41903d64ba6b"/>
    <xsd:import namespace="75f6b4fc-a96d-4771-97b5-b90f5c6cd1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Location" minOccurs="0"/>
                <xsd:element ref="ns2:AddedtoCampusDate" minOccurs="0"/>
                <xsd:element ref="ns2:AssociatedLearni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6d5b-9430-4e66-b33f-41903d64b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cation" ma:index="26" nillable="true" ma:displayName="Location " ma:format="Dropdown" ma:internalName="Location">
      <xsd:simpleType>
        <xsd:restriction base="dms:Text">
          <xsd:maxLength value="255"/>
        </xsd:restriction>
      </xsd:simpleType>
    </xsd:element>
    <xsd:element name="AddedtoCampusDate" ma:index="27" nillable="true" ma:displayName="Added to Degreed Date" ma:format="Dropdown" ma:internalName="AddedtoCampusDate">
      <xsd:simpleType>
        <xsd:restriction base="dms:Text">
          <xsd:maxLength value="255"/>
        </xsd:restriction>
      </xsd:simpleType>
    </xsd:element>
    <xsd:element name="AssociatedLearning" ma:index="28" nillable="true" ma:displayName="Associated Learning " ma:format="Dropdown" ma:internalName="AssociatedLearning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6b4fc-a96d-4771-97b5-b90f5c6cd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1938d20-e235-48fa-8a74-77124f4bdd41}" ma:internalName="TaxCatchAll" ma:showField="CatchAllData" ma:web="75f6b4fc-a96d-4771-97b5-b90f5c6cd1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176d5b-9430-4e66-b33f-41903d64ba6b">
      <Terms xmlns="http://schemas.microsoft.com/office/infopath/2007/PartnerControls"/>
    </lcf76f155ced4ddcb4097134ff3c332f>
    <TaxCatchAll xmlns="75f6b4fc-a96d-4771-97b5-b90f5c6cd162" xsi:nil="true"/>
    <Location xmlns="73176d5b-9430-4e66-b33f-41903d64ba6b" xsi:nil="true"/>
    <AssociatedLearning xmlns="73176d5b-9430-4e66-b33f-41903d64ba6b" xsi:nil="true"/>
    <AddedtoCampusDate xmlns="73176d5b-9430-4e66-b33f-41903d64ba6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988943-32BA-4814-982C-675396B8CE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176d5b-9430-4e66-b33f-41903d64ba6b"/>
    <ds:schemaRef ds:uri="75f6b4fc-a96d-4771-97b5-b90f5c6cd1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5A860F-AA42-4543-B3FE-9796F758843F}">
  <ds:schemaRefs>
    <ds:schemaRef ds:uri="http://www.w3.org/XML/1998/namespace"/>
    <ds:schemaRef ds:uri="http://purl.org/dc/elements/1.1/"/>
    <ds:schemaRef ds:uri="73176d5b-9430-4e66-b33f-41903d64ba6b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5f6b4fc-a96d-4771-97b5-b90f5c6cd16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A4AB5EE-51F2-4B2D-90C7-AD659AEBC4D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5543</TotalTime>
  <Words>229</Words>
  <Application>Microsoft Office PowerPoint</Application>
  <PresentationFormat>Widescreen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Aptos</vt:lpstr>
      <vt:lpstr>Arial</vt:lpstr>
      <vt:lpstr>Calibri</vt:lpstr>
      <vt:lpstr>Segoe UI</vt:lpstr>
      <vt:lpstr>Ubuntu</vt:lpstr>
      <vt:lpstr>Ubuntu Light</vt:lpstr>
      <vt:lpstr>Ubuntu Medium</vt:lpstr>
      <vt:lpstr>Verdana</vt:lpstr>
      <vt:lpstr>Wingdings</vt:lpstr>
      <vt:lpstr>1_Capgemini_2024</vt:lpstr>
      <vt:lpstr>Capgemini_2024</vt:lpstr>
      <vt:lpstr>2_Capgemini2021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Sumit</dc:creator>
  <cp:lastModifiedBy>Yadav, Yash Raj</cp:lastModifiedBy>
  <cp:revision>71</cp:revision>
  <dcterms:created xsi:type="dcterms:W3CDTF">2024-12-11T07:14:28Z</dcterms:created>
  <dcterms:modified xsi:type="dcterms:W3CDTF">2025-04-30T14:23:12Z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0x010100C3F4EED2041BB84FAADAEEED37CCA767</vt:lpwstr>
  </property>
  <property fmtid="{D5CDD505-2E9C-101B-9397-08002B2CF9AE}" pid="3" name="MediaServiceImageTags">
    <vt:lpwstr/>
  </property>
</Properties>
</file>