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722" r:id="rId5"/>
  </p:sldMasterIdLst>
  <p:notesMasterIdLst>
    <p:notesMasterId r:id="rId10"/>
  </p:notesMasterIdLst>
  <p:sldIdLst>
    <p:sldId id="257" r:id="rId6"/>
    <p:sldId id="2147482924" r:id="rId7"/>
    <p:sldId id="2147482830" r:id="rId8"/>
    <p:sldId id="214748292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AD"/>
    <a:srgbClr val="1984AA"/>
    <a:srgbClr val="BCE7FF"/>
    <a:srgbClr val="12ABDB"/>
    <a:srgbClr val="1AA1D8"/>
    <a:srgbClr val="0D0E13"/>
    <a:srgbClr val="383B4E"/>
    <a:srgbClr val="298D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6A4776-906E-43E9-8DD9-C40AF9D41EE3}" v="1" dt="2025-04-30T14:26:04.931"/>
    <p1510:client id="{6E8A00E2-5740-5B52-813F-BFB62F4DB010}" v="19" dt="2025-04-30T14:04:26.2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dav, Yash Raj" userId="73c5ece9-f22c-4a30-b5c6-4a70150484d3" providerId="ADAL" clId="{6D6A4776-906E-43E9-8DD9-C40AF9D41EE3}"/>
    <pc:docChg chg="modSld">
      <pc:chgData name="Yadav, Yash Raj" userId="73c5ece9-f22c-4a30-b5c6-4a70150484d3" providerId="ADAL" clId="{6D6A4776-906E-43E9-8DD9-C40AF9D41EE3}" dt="2025-04-30T14:26:04.932" v="15" actId="207"/>
      <pc:docMkLst>
        <pc:docMk/>
      </pc:docMkLst>
      <pc:sldChg chg="modSp mod">
        <pc:chgData name="Yadav, Yash Raj" userId="73c5ece9-f22c-4a30-b5c6-4a70150484d3" providerId="ADAL" clId="{6D6A4776-906E-43E9-8DD9-C40AF9D41EE3}" dt="2025-04-30T14:07:27.525" v="14" actId="207"/>
        <pc:sldMkLst>
          <pc:docMk/>
          <pc:sldMk cId="326916843" sldId="2147482830"/>
        </pc:sldMkLst>
        <pc:spChg chg="mod">
          <ac:chgData name="Yadav, Yash Raj" userId="73c5ece9-f22c-4a30-b5c6-4a70150484d3" providerId="ADAL" clId="{6D6A4776-906E-43E9-8DD9-C40AF9D41EE3}" dt="2025-04-30T14:07:13.958" v="11" actId="207"/>
          <ac:spMkLst>
            <pc:docMk/>
            <pc:sldMk cId="326916843" sldId="2147482830"/>
            <ac:spMk id="8" creationId="{F69C4B4C-2275-9B87-0041-4DD8FDF30C02}"/>
          </ac:spMkLst>
        </pc:spChg>
        <pc:spChg chg="mod">
          <ac:chgData name="Yadav, Yash Raj" userId="73c5ece9-f22c-4a30-b5c6-4a70150484d3" providerId="ADAL" clId="{6D6A4776-906E-43E9-8DD9-C40AF9D41EE3}" dt="2025-04-30T14:07:27.525" v="14" actId="207"/>
          <ac:spMkLst>
            <pc:docMk/>
            <pc:sldMk cId="326916843" sldId="2147482830"/>
            <ac:spMk id="11" creationId="{4C86EBE9-0F89-9D21-C1D9-1766595F07B7}"/>
          </ac:spMkLst>
        </pc:spChg>
        <pc:spChg chg="mod">
          <ac:chgData name="Yadav, Yash Raj" userId="73c5ece9-f22c-4a30-b5c6-4a70150484d3" providerId="ADAL" clId="{6D6A4776-906E-43E9-8DD9-C40AF9D41EE3}" dt="2025-04-30T14:07:17.494" v="12" actId="207"/>
          <ac:spMkLst>
            <pc:docMk/>
            <pc:sldMk cId="326916843" sldId="2147482830"/>
            <ac:spMk id="12" creationId="{A0EE4DF6-5D28-3622-586D-80D565B7ECFF}"/>
          </ac:spMkLst>
        </pc:spChg>
        <pc:spChg chg="mod">
          <ac:chgData name="Yadav, Yash Raj" userId="73c5ece9-f22c-4a30-b5c6-4a70150484d3" providerId="ADAL" clId="{6D6A4776-906E-43E9-8DD9-C40AF9D41EE3}" dt="2025-04-30T14:07:21.278" v="13" actId="207"/>
          <ac:spMkLst>
            <pc:docMk/>
            <pc:sldMk cId="326916843" sldId="2147482830"/>
            <ac:spMk id="13" creationId="{7372AA5B-3F96-F061-6705-BED52C2EEE52}"/>
          </ac:spMkLst>
        </pc:spChg>
      </pc:sldChg>
      <pc:sldChg chg="modSp mod">
        <pc:chgData name="Yadav, Yash Raj" userId="73c5ece9-f22c-4a30-b5c6-4a70150484d3" providerId="ADAL" clId="{6D6A4776-906E-43E9-8DD9-C40AF9D41EE3}" dt="2025-04-30T14:26:04.932" v="15" actId="207"/>
        <pc:sldMkLst>
          <pc:docMk/>
          <pc:sldMk cId="3322232334" sldId="2147482924"/>
        </pc:sldMkLst>
        <pc:spChg chg="mod">
          <ac:chgData name="Yadav, Yash Raj" userId="73c5ece9-f22c-4a30-b5c6-4a70150484d3" providerId="ADAL" clId="{6D6A4776-906E-43E9-8DD9-C40AF9D41EE3}" dt="2025-04-30T14:06:35.705" v="5" actId="1076"/>
          <ac:spMkLst>
            <pc:docMk/>
            <pc:sldMk cId="3322232334" sldId="2147482924"/>
            <ac:spMk id="3" creationId="{E562C50F-AAC5-B535-3359-74F5CAE2F654}"/>
          </ac:spMkLst>
        </pc:spChg>
        <pc:spChg chg="mod">
          <ac:chgData name="Yadav, Yash Raj" userId="73c5ece9-f22c-4a30-b5c6-4a70150484d3" providerId="ADAL" clId="{6D6A4776-906E-43E9-8DD9-C40AF9D41EE3}" dt="2025-04-30T14:06:15.595" v="2" actId="1076"/>
          <ac:spMkLst>
            <pc:docMk/>
            <pc:sldMk cId="3322232334" sldId="2147482924"/>
            <ac:spMk id="4" creationId="{76623062-759A-A9D5-A5F9-B8D55B932E0B}"/>
          </ac:spMkLst>
        </pc:spChg>
        <pc:spChg chg="mod">
          <ac:chgData name="Yadav, Yash Raj" userId="73c5ece9-f22c-4a30-b5c6-4a70150484d3" providerId="ADAL" clId="{6D6A4776-906E-43E9-8DD9-C40AF9D41EE3}" dt="2025-04-30T14:26:04.932" v="15" actId="207"/>
          <ac:spMkLst>
            <pc:docMk/>
            <pc:sldMk cId="3322232334" sldId="2147482924"/>
            <ac:spMk id="11" creationId="{E241652D-B33D-70B5-E363-ADFF048CF466}"/>
          </ac:spMkLst>
        </pc:spChg>
        <pc:spChg chg="mod">
          <ac:chgData name="Yadav, Yash Raj" userId="73c5ece9-f22c-4a30-b5c6-4a70150484d3" providerId="ADAL" clId="{6D6A4776-906E-43E9-8DD9-C40AF9D41EE3}" dt="2025-04-30T14:06:29.981" v="4" actId="1076"/>
          <ac:spMkLst>
            <pc:docMk/>
            <pc:sldMk cId="3322232334" sldId="2147482924"/>
            <ac:spMk id="21" creationId="{4ACAC1C9-4228-C5CC-644E-ACBB2899A87A}"/>
          </ac:spMkLst>
        </pc:spChg>
      </pc:sldChg>
    </pc:docChg>
  </pc:docChgLst>
  <pc:docChgLst>
    <pc:chgData name="Yadav, Yash Raj" userId="S::yash-raj.yadav@capgemini.com::73c5ece9-f22c-4a30-b5c6-4a70150484d3" providerId="AD" clId="Web-{6E8A00E2-5740-5B52-813F-BFB62F4DB010}"/>
    <pc:docChg chg="modSld">
      <pc:chgData name="Yadav, Yash Raj" userId="S::yash-raj.yadav@capgemini.com::73c5ece9-f22c-4a30-b5c6-4a70150484d3" providerId="AD" clId="Web-{6E8A00E2-5740-5B52-813F-BFB62F4DB010}" dt="2025-04-30T14:04:22.826" v="8" actId="20577"/>
      <pc:docMkLst>
        <pc:docMk/>
      </pc:docMkLst>
      <pc:sldChg chg="modSp">
        <pc:chgData name="Yadav, Yash Raj" userId="S::yash-raj.yadav@capgemini.com::73c5ece9-f22c-4a30-b5c6-4a70150484d3" providerId="AD" clId="Web-{6E8A00E2-5740-5B52-813F-BFB62F4DB010}" dt="2025-04-30T14:04:22.826" v="8" actId="20577"/>
        <pc:sldMkLst>
          <pc:docMk/>
          <pc:sldMk cId="1663957642" sldId="257"/>
        </pc:sldMkLst>
        <pc:spChg chg="mod">
          <ac:chgData name="Yadav, Yash Raj" userId="S::yash-raj.yadav@capgemini.com::73c5ece9-f22c-4a30-b5c6-4a70150484d3" providerId="AD" clId="Web-{6E8A00E2-5740-5B52-813F-BFB62F4DB010}" dt="2025-04-30T14:04:22.826" v="8" actId="20577"/>
          <ac:spMkLst>
            <pc:docMk/>
            <pc:sldMk cId="1663957642" sldId="257"/>
            <ac:spMk id="4" creationId="{72E17076-991C-431A-9B77-E8363D54BDC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49B76A-4F7D-4E36-83F0-A884D71F268A}" type="datetimeFigureOut">
              <a:rPr lang="en-US" smtClean="0"/>
              <a:t>4/30/2025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C9D03-EA1B-41EE-9580-4BF7FC9B9C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12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effectLst/>
                <a:latin typeface="-apple-system"/>
              </a:rPr>
              <a:t>Welcome to this training session of prompt detailed </a:t>
            </a:r>
            <a:r>
              <a:rPr lang="en-US"/>
              <a:t>"Here, we’ll dive into the detailed features of prompt X, illustrated with an e-commerce chatbot example."</a:t>
            </a:r>
          </a:p>
          <a:p>
            <a:endParaRPr lang="en-US"/>
          </a:p>
          <a:p>
            <a:r>
              <a:rPr lang="en-US">
                <a:effectLst/>
                <a:latin typeface="-apple-system"/>
              </a:rPr>
              <a:t> 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71A529-52D4-4CBB-B961-704D966D45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0087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6548F-816D-241E-5C0D-AFE2C845E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B8802-7C59-0CB8-0159-F7146473C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C384C2-9860-726E-7CC8-012AC2E36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we’ll explore the concept of using </a:t>
            </a:r>
            <a:r>
              <a:rPr lang="en-US" b="1"/>
              <a:t>Multiple Data Sources</a:t>
            </a:r>
            <a:r>
              <a:rPr lang="en-US"/>
              <a:t> in Retrieval-Augmented Generation (RAG), linked to the e-commerce customer support chat application.</a:t>
            </a:r>
          </a:p>
          <a:p>
            <a:endParaRPr lang="en-US"/>
          </a:p>
          <a:p>
            <a:r>
              <a:rPr lang="en-US" b="1"/>
              <a:t>Key Concepts</a:t>
            </a:r>
          </a:p>
          <a:p>
            <a:endParaRPr lang="en-US" b="1"/>
          </a:p>
          <a:p>
            <a:r>
              <a:rPr lang="en-US" b="1"/>
              <a:t>1. Website Integration</a:t>
            </a:r>
            <a:br>
              <a:rPr lang="en-US"/>
            </a:br>
            <a:r>
              <a:rPr lang="en-US"/>
              <a:t>"This feature enables querying unstructured data directly from websites, such as product pages or FAQs.“</a:t>
            </a:r>
          </a:p>
          <a:p>
            <a:endParaRPr lang="en-US"/>
          </a:p>
          <a:p>
            <a:r>
              <a:rPr lang="en-US" b="1"/>
              <a:t>Implementation </a:t>
            </a:r>
          </a:p>
          <a:p>
            <a:r>
              <a:rPr lang="en-US" b="1" err="1"/>
              <a:t>UnstructuredURLLoader</a:t>
            </a:r>
            <a:r>
              <a:rPr lang="en-US"/>
              <a:t> from </a:t>
            </a:r>
            <a:r>
              <a:rPr lang="en-US" err="1"/>
              <a:t>LangChain</a:t>
            </a:r>
            <a:r>
              <a:rPr lang="en-US"/>
              <a:t> extracts website content for embedding and retrieval.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 loaded data undergoes the RAG pipeline to generate contextually relevant answers.</a:t>
            </a:r>
          </a:p>
          <a:p>
            <a:pPr>
              <a:buFont typeface="Arial" panose="020B0604020202020204" pitchFamily="34" charset="0"/>
              <a:buNone/>
            </a:pPr>
            <a:endParaRPr lang="en-US"/>
          </a:p>
          <a:p>
            <a:r>
              <a:rPr lang="en-US" b="1"/>
              <a:t>E-commerce Use Case: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If a customer asks about shipping policies, the agent retrieves content directly from the e-commerce website.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 b="1"/>
              <a:t>2. Confluence Integration</a:t>
            </a:r>
            <a:br>
              <a:rPr lang="en-US"/>
            </a:br>
            <a:r>
              <a:rPr lang="en-US"/>
              <a:t>"Integrating Confluence allows querying internal knowledge spaces, such as team manuals or product support documents.“</a:t>
            </a:r>
          </a:p>
          <a:p>
            <a:endParaRPr lang="en-US"/>
          </a:p>
          <a:p>
            <a:r>
              <a:rPr lang="en-US" b="1"/>
              <a:t>Implementation </a:t>
            </a:r>
          </a:p>
          <a:p>
            <a:r>
              <a:rPr lang="en-US" b="1" err="1"/>
              <a:t>ConfluenceLoader</a:t>
            </a:r>
            <a:r>
              <a:rPr lang="en-US"/>
              <a:t> from </a:t>
            </a:r>
            <a:r>
              <a:rPr lang="en-US" err="1"/>
              <a:t>LangChain</a:t>
            </a:r>
            <a:r>
              <a:rPr lang="en-US"/>
              <a:t> fetches data securely after user authentication.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Supports querying pages, blog posts, and other content types.</a:t>
            </a:r>
          </a:p>
          <a:p>
            <a:pPr>
              <a:buFont typeface="Arial" panose="020B0604020202020204" pitchFamily="34" charset="0"/>
              <a:buNone/>
            </a:pPr>
            <a:endParaRPr lang="en-US"/>
          </a:p>
          <a:p>
            <a:r>
              <a:rPr lang="en-US" b="1"/>
              <a:t>E-commerce Use Case: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A support agent retrieves troubleshooting guides for a product directly from the company’s Confluence space to assist a customer.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 b="1"/>
              <a:t>Benefits</a:t>
            </a:r>
          </a:p>
          <a:p>
            <a:pPr>
              <a:buFont typeface="+mj-lt"/>
              <a:buAutoNum type="arabicPeriod"/>
            </a:pPr>
            <a:r>
              <a:rPr lang="en-US" b="1"/>
              <a:t>Expanded Knowledge Access</a:t>
            </a:r>
            <a:r>
              <a:rPr lang="en-US"/>
              <a:t>: Retrieves data from multiple sources like websites and internal documents.</a:t>
            </a:r>
          </a:p>
          <a:p>
            <a:pPr>
              <a:buFont typeface="+mj-lt"/>
              <a:buAutoNum type="arabicPeriod"/>
            </a:pPr>
            <a:r>
              <a:rPr lang="en-US" b="1"/>
              <a:t>Contextual Relevance</a:t>
            </a:r>
            <a:r>
              <a:rPr lang="en-US"/>
              <a:t>: Combines external and internal knowledge for precise responses.</a:t>
            </a:r>
          </a:p>
          <a:p>
            <a:pPr>
              <a:buFont typeface="+mj-lt"/>
              <a:buAutoNum type="arabicPeriod"/>
            </a:pPr>
            <a:r>
              <a:rPr lang="en-US" b="1"/>
              <a:t>Improved Support Efficiency</a:t>
            </a:r>
            <a:r>
              <a:rPr lang="en-US"/>
              <a:t>: Speeds up resolutions by accessing comprehensive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8D91C-0F50-8ED1-1D48-729814656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E2F96-5586-4898-AF1F-86FD73CD7B0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5519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Admin Dashboard, a powerful tool for monitoring and managing the performance and resource usage within the system. It provides valuable insights into model usage, user activity, and model performance. </a:t>
            </a:r>
          </a:p>
          <a:p>
            <a:r>
              <a:rPr lang="en-IN" b="1"/>
              <a:t>Key Sections:</a:t>
            </a:r>
          </a:p>
          <a:p>
            <a:r>
              <a:rPr lang="en-IN" b="1"/>
              <a:t>1)Statistics Overview</a:t>
            </a:r>
            <a:r>
              <a:rPr lang="en-IN"/>
              <a:t> section is where we get a high-level view of key metrics. Here, we can see the </a:t>
            </a:r>
            <a:r>
              <a:rPr lang="en-IN" b="1"/>
              <a:t>Credits Used per Model</a:t>
            </a:r>
            <a:r>
              <a:rPr lang="en-IN"/>
              <a:t>, which helps in understanding how much resource each model is consuming. This helps in evaluating model efficiency and cost-effectiveness, allowing admins to make informed decisions.</a:t>
            </a:r>
          </a:p>
          <a:p>
            <a:r>
              <a:rPr lang="en-IN" b="1"/>
              <a:t>2)User Activity</a:t>
            </a:r>
            <a:r>
              <a:rPr lang="en-IN"/>
              <a:t> This part is divided into two key components:</a:t>
            </a:r>
          </a:p>
          <a:p>
            <a:pPr>
              <a:buFont typeface="+mj-lt"/>
              <a:buNone/>
            </a:pPr>
            <a:r>
              <a:rPr lang="en-IN" b="1"/>
              <a:t>a)Top 10 Active Users</a:t>
            </a:r>
            <a:r>
              <a:rPr lang="en-IN"/>
              <a:t>: This list shows the top 10 users based on their credit usage, allowing admins to easily identify the most active users.</a:t>
            </a:r>
          </a:p>
          <a:p>
            <a:pPr>
              <a:buFont typeface="+mj-lt"/>
              <a:buNone/>
            </a:pPr>
            <a:r>
              <a:rPr lang="en-IN" b="1"/>
              <a:t>b)User-wise Credit Usage</a:t>
            </a:r>
            <a:r>
              <a:rPr lang="en-IN"/>
              <a:t>: Here, we get a detailed breakdown of credit usage by individual users, helping admins identify heavy users and allocate resources accordingly</a:t>
            </a:r>
          </a:p>
          <a:p>
            <a:pPr>
              <a:buFont typeface="+mj-lt"/>
              <a:buNone/>
            </a:pPr>
            <a:r>
              <a:rPr lang="en-IN" b="1"/>
              <a:t>3)Model Performance</a:t>
            </a:r>
            <a:r>
              <a:rPr lang="en-IN"/>
              <a:t> section, we track the </a:t>
            </a:r>
            <a:r>
              <a:rPr lang="en-IN" b="1"/>
              <a:t>Credits Used per Model per Day</a:t>
            </a:r>
            <a:r>
              <a:rPr lang="en-IN"/>
              <a:t>. This is represented in a bar graph, offering a visual representation of daily credit consumption across different models. It helps identify usage trends, so admins can predict future credit requirements and optimize model usage.</a:t>
            </a:r>
          </a:p>
          <a:p>
            <a:pPr>
              <a:buFont typeface="+mj-lt"/>
              <a:buNone/>
            </a:pPr>
            <a:endParaRPr lang="en-IN"/>
          </a:p>
          <a:p>
            <a:endParaRPr lang="en-IN"/>
          </a:p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E2F96-5586-4898-AF1F-86FD73CD7B0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0367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696B5C-12A0-4042-B4D0-BD3B9A4F58C6}" type="slidenum">
              <a:rPr kumimoji="0" lang="pt-BR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6624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://www.youtube.com/capgeminimedia" TargetMode="Externa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://www.youtube.com/capgeminimedia" TargetMode="External"/></Relationships>
</file>

<file path=ppt/slideLayouts/_rels/slideLayout4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3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image" Target="../media/image11.png"/><Relationship Id="rId12" Type="http://schemas.openxmlformats.org/officeDocument/2006/relationships/hyperlink" Target="http://www.youtube.com/capgeminimedia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linkedin.com/company/capgemini" TargetMode="External"/><Relationship Id="rId11" Type="http://schemas.microsoft.com/office/2007/relationships/hdphoto" Target="../media/hdphoto3.wdp"/><Relationship Id="rId5" Type="http://schemas.microsoft.com/office/2007/relationships/hdphoto" Target="../media/hdphoto1.wdp"/><Relationship Id="rId10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hyperlink" Target="http://www.slideshare.net/capgemini" TargetMode="External"/><Relationship Id="rId14" Type="http://schemas.microsoft.com/office/2007/relationships/hdphoto" Target="../media/hdphoto4.wdp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://www.youtube.com/capgeminimedia" TargetMode="External"/></Relationships>
</file>

<file path=ppt/slideLayouts/_rels/slideLayout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hyperlink" Target="http://www.slideshare.net/capgemini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hyperlink" Target="http://www.linkedin.com/company/capgemini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hyperlink" Target="http://www.youtube.com/capgeminimedia" TargetMode="External"/></Relationships>
</file>

<file path=ppt/slideLayouts/_rels/slideLayout9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3.png"/><Relationship Id="rId3" Type="http://schemas.openxmlformats.org/officeDocument/2006/relationships/hyperlink" Target="http://www.facebook.com/capgemini" TargetMode="External"/><Relationship Id="rId7" Type="http://schemas.openxmlformats.org/officeDocument/2006/relationships/image" Target="../media/image11.png"/><Relationship Id="rId12" Type="http://schemas.openxmlformats.org/officeDocument/2006/relationships/hyperlink" Target="http://www.youtube.com/capgeminimedia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hyperlink" Target="http://www.linkedin.com/company/capgemini" TargetMode="External"/><Relationship Id="rId11" Type="http://schemas.microsoft.com/office/2007/relationships/hdphoto" Target="../media/hdphoto3.wdp"/><Relationship Id="rId5" Type="http://schemas.microsoft.com/office/2007/relationships/hdphoto" Target="../media/hdphoto1.wdp"/><Relationship Id="rId10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hyperlink" Target="http://www.slideshare.net/capgemini" TargetMode="External"/><Relationship Id="rId14" Type="http://schemas.microsoft.com/office/2007/relationships/hdphoto" Target="../media/hdphoto4.wdp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70ACFCFC-1DDE-342C-6F6C-421985D8A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460790"/>
            <a:ext cx="11090275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BA5DDAC5-BAB8-79F8-0B48-89767D2C0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7935B1-1E9A-902D-1107-E84E1CDCC3A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BAB5440-AAF9-D636-D963-1CF51D4EEE3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9CD0850-5040-0CC6-F657-BF2242F63884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08F4CC8-6692-0A4C-C931-B50A99D5E8D4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645E874-9471-204B-FEA4-29B6C383031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CD723AF-3402-E7B5-291B-2ABCD137B39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6749139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">
            <a:extLst>
              <a:ext uri="{FF2B5EF4-FFF2-40B4-BE49-F238E27FC236}">
                <a16:creationId xmlns:a16="http://schemas.microsoft.com/office/drawing/2014/main" id="{263427DF-DAE9-5C4C-6A1A-438ED4F52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5457155"/>
            <a:ext cx="11090276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AAC7C66-F303-132A-295B-65A79300A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6CECF1A1-AFBB-C9C3-8C4C-A333753514C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6500998E-0CA2-4FA3-BF63-EC673ABF21BF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F3E23DF4-7EAD-57AB-752A-EC8452CB6C51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879BEAB9-ED4E-001A-5054-C9630CF436F9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DC469B38-0BDD-091F-8A89-643F5C025E37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F04538F8-26C6-0B5E-9B13-7C72AEACEC0C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635BD2C3-1CF1-2C4D-754E-091C3266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3429336" y="25029"/>
            <a:ext cx="8715336" cy="722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737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7650345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265103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s slide 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6C2E4BB5-C5E3-F6F8-4261-BF330F6E49A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7" name="Freeform: Shape 4">
              <a:extLst>
                <a:ext uri="{FF2B5EF4-FFF2-40B4-BE49-F238E27FC236}">
                  <a16:creationId xmlns:a16="http://schemas.microsoft.com/office/drawing/2014/main" id="{0F3FBF3D-73C2-AEF9-6A29-26E9974EB2B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5">
              <a:extLst>
                <a:ext uri="{FF2B5EF4-FFF2-40B4-BE49-F238E27FC236}">
                  <a16:creationId xmlns:a16="http://schemas.microsoft.com/office/drawing/2014/main" id="{16D7EF54-CF87-4A1F-B1F7-681296888423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6">
              <a:extLst>
                <a:ext uri="{FF2B5EF4-FFF2-40B4-BE49-F238E27FC236}">
                  <a16:creationId xmlns:a16="http://schemas.microsoft.com/office/drawing/2014/main" id="{411034BC-7D78-A8D4-1F4A-8C4D8937B48B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7">
              <a:extLst>
                <a:ext uri="{FF2B5EF4-FFF2-40B4-BE49-F238E27FC236}">
                  <a16:creationId xmlns:a16="http://schemas.microsoft.com/office/drawing/2014/main" id="{91A42476-4DC0-A3D4-0B82-C32497A9655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61A1CDED-A495-D2CB-B478-6B5C933C774A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8405267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EC1CE0-E890-6F27-EC37-CCBB63335D4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6" name="Freeform: Shape 2">
              <a:extLst>
                <a:ext uri="{FF2B5EF4-FFF2-40B4-BE49-F238E27FC236}">
                  <a16:creationId xmlns:a16="http://schemas.microsoft.com/office/drawing/2014/main" id="{FC1EFD8E-6111-C0FE-F23B-7FCABA181AFF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3">
              <a:extLst>
                <a:ext uri="{FF2B5EF4-FFF2-40B4-BE49-F238E27FC236}">
                  <a16:creationId xmlns:a16="http://schemas.microsoft.com/office/drawing/2014/main" id="{2E0336C3-FD2D-34F2-37FE-01F1463B9B1A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BCC79B1A-4DEF-2D28-22B2-7BFA7646E1A5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14">
              <a:extLst>
                <a:ext uri="{FF2B5EF4-FFF2-40B4-BE49-F238E27FC236}">
                  <a16:creationId xmlns:a16="http://schemas.microsoft.com/office/drawing/2014/main" id="{95610CD6-85BD-3AFA-95C6-25178AB66F0D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DE7326A8-CE97-C71F-CFF8-B35813A22238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5663566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se slide 3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EA84EC-0E0C-41F6-8286-BC5A87DC6C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112FC67-26E6-91F9-0FAE-29488326991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FC0E4D70-5998-8125-42E2-E0EE77A84AC4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FBD6D893-3276-B285-3B03-8726CD1FFB2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6F9A7FDE-2DE1-AB6B-F371-23968DFB687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7">
              <a:extLst>
                <a:ext uri="{FF2B5EF4-FFF2-40B4-BE49-F238E27FC236}">
                  <a16:creationId xmlns:a16="http://schemas.microsoft.com/office/drawing/2014/main" id="{72366D37-668B-51CE-2CE6-C9DA736141B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8">
              <a:extLst>
                <a:ext uri="{FF2B5EF4-FFF2-40B4-BE49-F238E27FC236}">
                  <a16:creationId xmlns:a16="http://schemas.microsoft.com/office/drawing/2014/main" id="{9CF35CA0-09E8-81C3-4DA7-F503D6BAE3A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16">
            <a:extLst>
              <a:ext uri="{FF2B5EF4-FFF2-40B4-BE49-F238E27FC236}">
                <a16:creationId xmlns:a16="http://schemas.microsoft.com/office/drawing/2014/main" id="{415561A2-AF17-AE8E-8E0A-9B607FD1F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896" y="1107202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38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053956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650393B-7E46-5ECE-4310-AF8EC725574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09E51387-52A5-B06A-AEC1-9A4DA7D2DAC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1A2D993C-1439-0B90-F87F-84C15E66CF4C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9D4A7921-9C3C-6166-B6B7-CEDC5FF28E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F10A1F9A-93B6-1683-DDEE-2FA6B370E583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74BF5A15-51F5-5003-8669-EA9C008D0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9844500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AA102172-14DD-5ED5-33AF-35672124237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21C01B30-4538-A317-44E5-BDF28A06DCA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A9A8C1E0-9587-0DA1-86EF-2B2312071C5E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B65EA192-75EF-F13F-0CC2-C84DE74A65A7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A48BD9AC-7231-CA62-C64B-046F4398B636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E90D6E4E-CBEC-C140-FE24-C2FD729A0A29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211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4943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3032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3C5622C-AFD4-93DA-3105-DD24A1095D2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EC1F4AF4-B2D1-B383-5414-6A7CE220351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562EA075-7E1A-57B6-FA93-F8A92DA56EC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ABED82B4-66F4-60A2-8FF7-76C7FFFB8A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C403332C-6371-29E3-2335-DFAA7BE6C2F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3D2D8432-F91A-C228-692F-66BF4106BFBA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2613583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5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A8A661-3751-29DA-1AB9-334A7C98EA5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E0FC8CB-F05E-FFD4-8D7F-1F94AC26DA2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34D3664-9369-B221-FD17-0597A682848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7A7E500-54F5-1815-C9B9-3954ED883928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AE2D512F-FC3A-33B0-5954-0D1BFB4C1437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20">
              <a:extLst>
                <a:ext uri="{FF2B5EF4-FFF2-40B4-BE49-F238E27FC236}">
                  <a16:creationId xmlns:a16="http://schemas.microsoft.com/office/drawing/2014/main" id="{BB0A86DD-9E86-EB4E-14DC-ECC7130D6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939198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51496C4-1393-EC1A-FE90-568BF22C8C7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0937F72A-96AE-F5EC-755D-D45529304F35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96B9DAFA-5CFE-3E91-78D3-742C4B9A849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CB9EFD82-551E-D525-DCB6-363C1A232636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F9FEB3BD-8FE6-4A58-DFA9-1F350C2DE2F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D59F2406-4DC9-3FBA-F0C2-60E886FCA30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4094159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764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8077F6A-5588-29E0-312C-D1B791C9064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992C4824-37D6-415A-E6EC-6E62CD172F7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20C33BE-AD5D-4D60-D7A2-A931FD4F868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B4C80064-8B28-D1EF-FC09-F0AFF3877595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B9F29B0E-E913-EB3D-4F7C-383B5615790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E0CDEF2F-7154-A5C2-D640-669D5BB07DF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2428774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DB64C0B-D342-EDD4-D426-B9A5B83A468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70BA0B6B-013E-ED21-5C0C-A7573716118E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8C76A2C-1551-D00B-5D24-ECE94A0DB1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F5EB07D2-E52D-E392-D3C8-37455096D778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04CC7865-5F12-6284-B1F5-C81724EA1048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F2F7B79C-F81D-D4E8-CCCC-1A80B79E58F5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929626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6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C6036FEE-55DE-70FD-8023-666A176E56D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4083" y="5360390"/>
            <a:chExt cx="3039349" cy="683316"/>
          </a:xfrm>
        </p:grpSpPr>
        <p:sp>
          <p:nvSpPr>
            <p:cNvPr id="9" name="Freeform: Shape 4">
              <a:extLst>
                <a:ext uri="{FF2B5EF4-FFF2-40B4-BE49-F238E27FC236}">
                  <a16:creationId xmlns:a16="http://schemas.microsoft.com/office/drawing/2014/main" id="{B1ED800D-0360-E693-191D-220DFE10BEC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5">
              <a:extLst>
                <a:ext uri="{FF2B5EF4-FFF2-40B4-BE49-F238E27FC236}">
                  <a16:creationId xmlns:a16="http://schemas.microsoft.com/office/drawing/2014/main" id="{95F4CCB2-170A-19BE-C942-B19098270C42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6">
              <a:extLst>
                <a:ext uri="{FF2B5EF4-FFF2-40B4-BE49-F238E27FC236}">
                  <a16:creationId xmlns:a16="http://schemas.microsoft.com/office/drawing/2014/main" id="{890A43B6-BBB1-B11D-0EB6-447FE3C6F0F1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B0A92FC2-E6FE-6A55-A3D8-D99E8E6201E5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8">
              <a:extLst>
                <a:ext uri="{FF2B5EF4-FFF2-40B4-BE49-F238E27FC236}">
                  <a16:creationId xmlns:a16="http://schemas.microsoft.com/office/drawing/2014/main" id="{1C3193CB-D868-D37B-4D53-F1726DCD2D02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8128683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9D2F3-3C15-428F-AF70-D31974E2F3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2613" y="3199768"/>
            <a:ext cx="9079459" cy="3532255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7654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C4263A-DA82-3AB3-0A84-F2337DC19F6E}"/>
              </a:ext>
            </a:extLst>
          </p:cNvPr>
          <p:cNvSpPr/>
          <p:nvPr userDrawn="1"/>
        </p:nvSpPr>
        <p:spPr>
          <a:xfrm>
            <a:off x="-24680" y="1484784"/>
            <a:ext cx="5735960" cy="5373217"/>
          </a:xfrm>
          <a:prstGeom prst="rect">
            <a:avLst/>
          </a:prstGeom>
          <a:solidFill>
            <a:srgbClr val="17334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06025B9-0362-4974-8920-7C764289CB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18650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7644F2-F28D-4087-B791-1E7F26C4A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25371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5F62A33-F672-4099-9B72-9B2267F22A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320932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2FF6EE1-C46D-4DEB-A508-49B5101CF2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368" y="388146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31D06D9-EA9B-42A0-81EE-D669D6CA5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368" y="455360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FEA829A-6217-4965-B7BD-6BC37F7849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368" y="52257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05DDB93-91CA-4BAF-9D63-E4134B435D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368" y="58978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111C9-BF1D-4957-9C22-F45DD34F3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5681029" cy="7921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9422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D3B1FE99-E8D3-C5FE-4E44-4E4EF67B45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1" y="908721"/>
            <a:ext cx="6096000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692696"/>
            <a:ext cx="4751907" cy="720179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80000"/>
              </a:lnSpc>
              <a:defRPr lang="en-GB"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Agenda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988" y="1916832"/>
            <a:ext cx="5471988" cy="4536356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2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37788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BAF09-C52E-54E6-E538-78C64D8A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21B52807-7673-5576-DEE4-0A88870C0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5800" y="1700808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1944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F09D0F-E907-3A0B-CF17-D622F6756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8647941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E65870-6F3C-04B2-E814-901DB0CFC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ysClr val="windowText" lastClr="000000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2441166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CE45-A6FC-9CE9-F8CD-BA044CFE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586795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D6CCA-5023-D91C-5084-3ED466DC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26059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A091BB-1771-4A6F-B93C-43E4798B4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36000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3950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39151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3528-AA21-5972-C236-27F2D720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19573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03392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9022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6C4F5EE7-6CA6-23D5-2788-911B0B2A43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40215" y="1122907"/>
            <a:ext cx="4151785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409221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C25D57-CF8D-453D-9648-5B7859B01F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409221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50C691-8B76-E01C-4EF1-3EB567E0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0203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97BD40BB-A2F0-F646-3CC2-596CC419583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1122907"/>
            <a:ext cx="6096001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F1655B6-7DE6-4895-863F-EF917B2F07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775"/>
            <a:ext cx="5545137" cy="4824413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C572A4-9113-ABE4-A840-37A9AAC5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03246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8C20F-AA44-45A0-8BD7-3F72A12E08AD}"/>
              </a:ext>
            </a:extLst>
          </p:cNvPr>
          <p:cNvSpPr/>
          <p:nvPr userDrawn="1"/>
        </p:nvSpPr>
        <p:spPr>
          <a:xfrm>
            <a:off x="0" y="0"/>
            <a:ext cx="407366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003CB7C-5AB2-4487-B779-DFE57F79C5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5538"/>
            <a:ext cx="69840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219CA61-951E-46A4-A7C6-8A4C09FDC6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8774"/>
            <a:ext cx="6962544" cy="4824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D7751A-AC4E-473A-B544-73973FAE946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422379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52824-0DEF-7B5E-1D4F-BCBC062D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9384" y="260350"/>
            <a:ext cx="6984000" cy="792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281401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8930BD6-6C9D-490A-BF02-403245ED990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895A1A3-A6AA-456A-98DD-23651F1D1D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4032" y="1125538"/>
            <a:ext cx="5063967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F2C12DC-68D5-4DF5-891E-DAEB8A4AB6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84032" y="1627200"/>
            <a:ext cx="5063967" cy="48259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AAC9D4-CD35-41A1-A14D-B18A58A2866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337B1-E3AC-A7E5-7836-78F324F9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417" y="260350"/>
            <a:ext cx="5063967" cy="792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0112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05217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1949725-ACD2-44C4-85AF-10B39EC61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71E05-0646-A062-8DD0-B00651AE6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142297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26986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7D3C6BC6-663C-C133-76CE-9BAB02DAEDB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967663" y="1122907"/>
            <a:ext cx="4224338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337213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13880FA-A20C-4104-8D48-DC99C13D0B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337213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Tx/>
              <a:defRPr sz="1400">
                <a:solidFill>
                  <a:schemeClr val="bg1"/>
                </a:solidFill>
              </a:defRPr>
            </a:lvl2pPr>
            <a:lvl3pPr>
              <a:buClrTx/>
              <a:defRPr sz="14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D9B30-9A2C-505E-36D0-05AF0DBA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75265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19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D947A8D9-3FE6-9441-652F-400363E7066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1" y="1122907"/>
            <a:ext cx="6096000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3B64D18-C45E-440C-9C66-6F1DDAC017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7200"/>
            <a:ext cx="5545137" cy="4825988"/>
          </a:xfrm>
          <a:prstGeom prst="rect">
            <a:avLst/>
          </a:prstGeom>
        </p:spPr>
        <p:txBody>
          <a:bodyPr vert="horz" lIns="0" tIns="0" rIns="21600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25044F-30C6-C6D9-84C0-2B925714F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02225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0C8F40-0AE5-4281-9868-B3C794BF6FD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" y="0"/>
            <a:ext cx="4208053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E5BD221-7593-42BD-A842-EFACB10DAB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6800"/>
            <a:ext cx="6962544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A6C5C35D-CE7D-48CD-A1B2-353FFA53AE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7200"/>
            <a:ext cx="6962544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4" name="Groupe 1">
            <a:extLst>
              <a:ext uri="{FF2B5EF4-FFF2-40B4-BE49-F238E27FC236}">
                <a16:creationId xmlns:a16="http://schemas.microsoft.com/office/drawing/2014/main" id="{DFFA4EA6-56A9-4F86-ABC0-8D91183AD408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C156B522-A0C0-42B8-BB11-65082FE76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43AD94EE-7857-4B4F-8194-A523D32A3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D8BFFB-83BD-8B73-4F5E-285DBB52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744" y="260350"/>
            <a:ext cx="6978640" cy="79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1634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11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dark grey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8A4E47E-A55F-4490-AD19-D9A415AA57C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B7C70459-DE10-4F5D-80E6-BAD5BA6626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4032" y="1125538"/>
            <a:ext cx="5047879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CC59ACB0-A839-47A7-AC17-01C5AED8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032" y="6907"/>
            <a:ext cx="5047879" cy="11273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8B886D2-95CB-49D8-B7AE-68DA209E76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4032" y="1627200"/>
            <a:ext cx="5047879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6" name="Groupe 1">
            <a:extLst>
              <a:ext uri="{FF2B5EF4-FFF2-40B4-BE49-F238E27FC236}">
                <a16:creationId xmlns:a16="http://schemas.microsoft.com/office/drawing/2014/main" id="{E0AE299F-7351-4397-AACC-823584420C74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2EAF937C-9725-44A1-BB6F-11B4974BA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0B23023F-6948-45C1-A879-0B093E949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705957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166E472-7F03-4595-8219-0CA22510C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249954CA-1B4C-479D-8956-C152CD1D4255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86845868-3C42-0B91-A56D-1739F1EE5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F5D1D048-6CFA-0DCF-5953-84431BE67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3013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apgemini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7">
            <a:extLst>
              <a:ext uri="{FF2B5EF4-FFF2-40B4-BE49-F238E27FC236}">
                <a16:creationId xmlns:a16="http://schemas.microsoft.com/office/drawing/2014/main" id="{8045CCAE-BD2B-495D-9881-0F2682E7F5DC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9" name="Freeform 320">
              <a:extLst>
                <a:ext uri="{FF2B5EF4-FFF2-40B4-BE49-F238E27FC236}">
                  <a16:creationId xmlns:a16="http://schemas.microsoft.com/office/drawing/2014/main" id="{6A17AE04-922A-4540-99C5-F8D62C3B0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321">
              <a:extLst>
                <a:ext uri="{FF2B5EF4-FFF2-40B4-BE49-F238E27FC236}">
                  <a16:creationId xmlns:a16="http://schemas.microsoft.com/office/drawing/2014/main" id="{DF832F2C-D3A7-4DE5-96EA-08ADD488B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942043-0ED4-4362-8DCB-F241572195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4754F-A565-D595-AC8C-9F0E9407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54231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pic>
        <p:nvPicPr>
          <p:cNvPr id="10" name="Picture 7">
            <a:hlinkClick r:id="rId3"/>
            <a:extLst>
              <a:ext uri="{FF2B5EF4-FFF2-40B4-BE49-F238E27FC236}">
                <a16:creationId xmlns:a16="http://schemas.microsoft.com/office/drawing/2014/main" id="{CC55E37E-23F7-AE09-687B-FF0A64465B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11" name="Picture 2">
            <a:hlinkClick r:id="rId5"/>
            <a:extLst>
              <a:ext uri="{FF2B5EF4-FFF2-40B4-BE49-F238E27FC236}">
                <a16:creationId xmlns:a16="http://schemas.microsoft.com/office/drawing/2014/main" id="{A9A234E1-21A9-0562-AA45-77469E965E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8326" y="5571089"/>
            <a:ext cx="333195" cy="333195"/>
          </a:xfrm>
          <a:prstGeom prst="rect">
            <a:avLst/>
          </a:prstGeom>
          <a:noFill/>
        </p:spPr>
      </p:pic>
      <p:pic>
        <p:nvPicPr>
          <p:cNvPr id="12" name="Picture 4">
            <a:hlinkClick r:id="rId7"/>
            <a:extLst>
              <a:ext uri="{FF2B5EF4-FFF2-40B4-BE49-F238E27FC236}">
                <a16:creationId xmlns:a16="http://schemas.microsoft.com/office/drawing/2014/main" id="{D3F9462A-9181-7B6F-0C53-88633CD091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363" y="5571089"/>
            <a:ext cx="333195" cy="333195"/>
          </a:xfrm>
          <a:prstGeom prst="rect">
            <a:avLst/>
          </a:prstGeom>
          <a:noFill/>
        </p:spPr>
      </p:pic>
      <p:pic>
        <p:nvPicPr>
          <p:cNvPr id="17" name="Picture 6">
            <a:hlinkClick r:id="rId9"/>
            <a:extLst>
              <a:ext uri="{FF2B5EF4-FFF2-40B4-BE49-F238E27FC236}">
                <a16:creationId xmlns:a16="http://schemas.microsoft.com/office/drawing/2014/main" id="{0057A36D-710A-32C2-2461-BFFF579A09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71089"/>
            <a:ext cx="333195" cy="333195"/>
          </a:xfrm>
          <a:prstGeom prst="rect">
            <a:avLst/>
          </a:prstGeom>
          <a:noFill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9747084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gradi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7">
            <a:hlinkClick r:id="rId3"/>
            <a:extLst>
              <a:ext uri="{FF2B5EF4-FFF2-40B4-BE49-F238E27FC236}">
                <a16:creationId xmlns:a16="http://schemas.microsoft.com/office/drawing/2014/main" id="{07109928-A368-8E6C-E810-A3BE356224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5" name="Picture 2">
            <a:hlinkClick r:id="rId5"/>
            <a:extLst>
              <a:ext uri="{FF2B5EF4-FFF2-40B4-BE49-F238E27FC236}">
                <a16:creationId xmlns:a16="http://schemas.microsoft.com/office/drawing/2014/main" id="{BC7C032C-2D1F-E483-8D4A-586900EE0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8326" y="5571089"/>
            <a:ext cx="333195" cy="333195"/>
          </a:xfrm>
          <a:prstGeom prst="rect">
            <a:avLst/>
          </a:prstGeom>
          <a:noFill/>
        </p:spPr>
      </p:pic>
      <p:pic>
        <p:nvPicPr>
          <p:cNvPr id="6" name="Picture 4">
            <a:hlinkClick r:id="rId7"/>
            <a:extLst>
              <a:ext uri="{FF2B5EF4-FFF2-40B4-BE49-F238E27FC236}">
                <a16:creationId xmlns:a16="http://schemas.microsoft.com/office/drawing/2014/main" id="{AEBD9D88-5872-54F3-A0E5-7F3AAA4CAE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363" y="5571089"/>
            <a:ext cx="333195" cy="333195"/>
          </a:xfrm>
          <a:prstGeom prst="rect">
            <a:avLst/>
          </a:prstGeom>
          <a:noFill/>
        </p:spPr>
      </p:pic>
      <p:pic>
        <p:nvPicPr>
          <p:cNvPr id="7" name="Picture 6">
            <a:hlinkClick r:id="rId9"/>
            <a:extLst>
              <a:ext uri="{FF2B5EF4-FFF2-40B4-BE49-F238E27FC236}">
                <a16:creationId xmlns:a16="http://schemas.microsoft.com/office/drawing/2014/main" id="{66271E5E-9FCA-435A-BE7E-AA314EB197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71089"/>
            <a:ext cx="333195" cy="3331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54331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A46A5DB-4C4F-1F79-F6F4-3019062D13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71C8D6D-C61C-2819-3276-89D365F7CAE8}"/>
              </a:ext>
            </a:extLst>
          </p:cNvPr>
          <p:cNvSpPr/>
          <p:nvPr userDrawn="1"/>
        </p:nvSpPr>
        <p:spPr>
          <a:xfrm>
            <a:off x="8554179" y="6053226"/>
            <a:ext cx="3242029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pic>
        <p:nvPicPr>
          <p:cNvPr id="26" name="Picture 7">
            <a:hlinkClick r:id="rId3"/>
            <a:extLst>
              <a:ext uri="{FF2B5EF4-FFF2-40B4-BE49-F238E27FC236}">
                <a16:creationId xmlns:a16="http://schemas.microsoft.com/office/drawing/2014/main" id="{23996BED-DA79-7795-E8CC-89B8B4F54B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22933" y="5569299"/>
            <a:ext cx="333195" cy="333195"/>
          </a:xfrm>
          <a:prstGeom prst="rect">
            <a:avLst/>
          </a:prstGeom>
          <a:noFill/>
        </p:spPr>
      </p:pic>
      <p:pic>
        <p:nvPicPr>
          <p:cNvPr id="27" name="Picture 2">
            <a:hlinkClick r:id="rId6"/>
            <a:extLst>
              <a:ext uri="{FF2B5EF4-FFF2-40B4-BE49-F238E27FC236}">
                <a16:creationId xmlns:a16="http://schemas.microsoft.com/office/drawing/2014/main" id="{41F22088-9EDE-E75E-205B-071BC64768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14089" y="5569299"/>
            <a:ext cx="333195" cy="333195"/>
          </a:xfrm>
          <a:prstGeom prst="rect">
            <a:avLst/>
          </a:prstGeom>
          <a:noFill/>
        </p:spPr>
      </p:pic>
      <p:pic>
        <p:nvPicPr>
          <p:cNvPr id="28" name="Picture 4">
            <a:hlinkClick r:id="rId9"/>
            <a:extLst>
              <a:ext uri="{FF2B5EF4-FFF2-40B4-BE49-F238E27FC236}">
                <a16:creationId xmlns:a16="http://schemas.microsoft.com/office/drawing/2014/main" id="{4B0CCAD4-0758-D6B9-EFF6-02B94D32DE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5245" y="5569299"/>
            <a:ext cx="333195" cy="333195"/>
          </a:xfrm>
          <a:prstGeom prst="rect">
            <a:avLst/>
          </a:prstGeom>
          <a:noFill/>
        </p:spPr>
      </p:pic>
      <p:pic>
        <p:nvPicPr>
          <p:cNvPr id="30" name="Picture 6">
            <a:hlinkClick r:id="rId12"/>
            <a:extLst>
              <a:ext uri="{FF2B5EF4-FFF2-40B4-BE49-F238E27FC236}">
                <a16:creationId xmlns:a16="http://schemas.microsoft.com/office/drawing/2014/main" id="{97D8A9F7-9109-48D0-0781-197117BF80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69299"/>
            <a:ext cx="333195" cy="333195"/>
          </a:xfrm>
          <a:prstGeom prst="rect">
            <a:avLst/>
          </a:prstGeom>
          <a:noFill/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E4C124A-1677-5379-4F1F-D80E084B6A0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17CD1832-464E-8F19-D1FF-C26D2A4008C4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27580D5-10C4-1378-1B16-22D2C6577A5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296E9CB-B7F8-9F5C-5A91-CC70339F4284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14">
              <a:extLst>
                <a:ext uri="{FF2B5EF4-FFF2-40B4-BE49-F238E27FC236}">
                  <a16:creationId xmlns:a16="http://schemas.microsoft.com/office/drawing/2014/main" id="{4046F42C-B4B1-F5B5-97B0-295157FB511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20">
              <a:extLst>
                <a:ext uri="{FF2B5EF4-FFF2-40B4-BE49-F238E27FC236}">
                  <a16:creationId xmlns:a16="http://schemas.microsoft.com/office/drawing/2014/main" id="{B9876A18-1EED-B3A2-6F45-2D9C7CE3D38D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3401406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3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E6F7D79-F798-4363-8E9B-6BAAC637D4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/>
              <a:t>Insert Picture and send to back</a:t>
            </a:r>
          </a:p>
          <a:p>
            <a:endParaRPr lang="en-US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1D5C5CA-E0F9-4194-9FD7-26150AB2A8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813" y="4561383"/>
            <a:ext cx="11386134" cy="307777"/>
          </a:xfrm>
        </p:spPr>
        <p:txBody>
          <a:bodyPr wrap="square" lIns="36000" tIns="0" rIns="36000">
            <a:sp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5A39C93-A915-45D6-953A-AAC473CA2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813" y="2847127"/>
            <a:ext cx="11386134" cy="1661993"/>
          </a:xfrm>
        </p:spPr>
        <p:txBody>
          <a:bodyPr wrap="square" lIns="36000" rIns="36000" bIns="0" anchor="b" anchorCtr="0">
            <a:spAutoFit/>
          </a:bodyPr>
          <a:lstStyle>
            <a:lvl1pPr algn="l">
              <a:lnSpc>
                <a:spcPct val="90000"/>
              </a:lnSpc>
              <a:defRPr sz="6000" b="1" baseline="0"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7" name="Graphic 9">
            <a:extLst>
              <a:ext uri="{FF2B5EF4-FFF2-40B4-BE49-F238E27FC236}">
                <a16:creationId xmlns:a16="http://schemas.microsoft.com/office/drawing/2014/main" id="{2EC1376B-6D90-49FF-A3E6-C79ABC9F4F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4050" y="622811"/>
            <a:ext cx="2239484" cy="49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2953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 -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43">
            <a:extLst>
              <a:ext uri="{FF2B5EF4-FFF2-40B4-BE49-F238E27FC236}">
                <a16:creationId xmlns:a16="http://schemas.microsoft.com/office/drawing/2014/main" id="{17C88DCA-1687-9D3F-510F-DB7805134421}"/>
              </a:ext>
            </a:extLst>
          </p:cNvPr>
          <p:cNvSpPr/>
          <p:nvPr userDrawn="1"/>
        </p:nvSpPr>
        <p:spPr>
          <a:xfrm>
            <a:off x="11791753" y="6517658"/>
            <a:ext cx="229263" cy="215444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/>
          <a:p>
            <a:pPr algn="l"/>
            <a:fld id="{0502E5A9-B53C-401E-A0E0-4A359BB0A9E5}" type="slidenum">
              <a:rPr lang="en-US" sz="800" smtClean="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pPr algn="l"/>
              <a:t>‹#›</a:t>
            </a:fld>
            <a:endParaRPr lang="en-US" sz="800">
              <a:solidFill>
                <a:srgbClr val="A6A6A6"/>
              </a:solidFill>
              <a:latin typeface="Ubuntu" panose="020B0504030602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27">
            <a:extLst>
              <a:ext uri="{FF2B5EF4-FFF2-40B4-BE49-F238E27FC236}">
                <a16:creationId xmlns:a16="http://schemas.microsoft.com/office/drawing/2014/main" id="{1E59FAA2-8181-BDD8-824F-A01749096477}"/>
              </a:ext>
            </a:extLst>
          </p:cNvPr>
          <p:cNvSpPr/>
          <p:nvPr userDrawn="1"/>
        </p:nvSpPr>
        <p:spPr>
          <a:xfrm>
            <a:off x="9229693" y="6573738"/>
            <a:ext cx="2529539" cy="107722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Company Confidential © Capgemini 2024. All rights reserved |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35FF068-636F-FDE9-F99D-FF2C8F01D60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753998" y="246534"/>
            <a:ext cx="2267018" cy="509586"/>
            <a:chOff x="9550400" y="612775"/>
            <a:chExt cx="2231297" cy="501650"/>
          </a:xfrm>
          <a:solidFill>
            <a:schemeClr val="bg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4BAD855-4C24-DA81-1801-ACD41EA8DA9E}"/>
                </a:ext>
              </a:extLst>
            </p:cNvPr>
            <p:cNvSpPr/>
            <p:nvPr/>
          </p:nvSpPr>
          <p:spPr>
            <a:xfrm>
              <a:off x="11517270" y="764033"/>
              <a:ext cx="261161" cy="212194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C501C08-6771-1D76-A8BF-DD49B8B44D96}"/>
                </a:ext>
              </a:extLst>
            </p:cNvPr>
            <p:cNvSpPr/>
            <p:nvPr/>
          </p:nvSpPr>
          <p:spPr>
            <a:xfrm>
              <a:off x="9550400" y="619305"/>
              <a:ext cx="1811806" cy="495120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EC51FB6-DA41-76CA-151C-129A49D0FF7F}"/>
                </a:ext>
              </a:extLst>
            </p:cNvPr>
            <p:cNvSpPr/>
            <p:nvPr/>
          </p:nvSpPr>
          <p:spPr>
            <a:xfrm>
              <a:off x="10915493" y="643771"/>
              <a:ext cx="54409" cy="59850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07ADD8B-B135-F93F-C7B3-AD675266769C}"/>
                </a:ext>
              </a:extLst>
            </p:cNvPr>
            <p:cNvSpPr/>
            <p:nvPr/>
          </p:nvSpPr>
          <p:spPr>
            <a:xfrm>
              <a:off x="11270254" y="654106"/>
              <a:ext cx="54409" cy="54409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1FD4D15-BBB5-B7B0-EDB9-987A0FD642E6}"/>
                </a:ext>
              </a:extLst>
            </p:cNvPr>
            <p:cNvSpPr/>
            <p:nvPr/>
          </p:nvSpPr>
          <p:spPr>
            <a:xfrm>
              <a:off x="11384515" y="612775"/>
              <a:ext cx="397182" cy="331893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044161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6BB52B-0C5D-4023-89D5-282E9A52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179801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 dark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6BB52B-0C5D-4023-89D5-282E9A52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0850DA69-657E-41C3-B340-B16C354CA1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813" y="1447800"/>
            <a:ext cx="11406187" cy="49514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4478560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70ACFCFC-1DDE-342C-6F6C-421985D8A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988" y="5460790"/>
            <a:ext cx="11090275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BA5DDAC5-BAB8-79F8-0B48-89767D2C0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98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7935B1-1E9A-902D-1107-E84E1CDCC3A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BAB5440-AAF9-D636-D963-1CF51D4EEE3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9CD0850-5040-0CC6-F657-BF2242F63884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08F4CC8-6692-0A4C-C931-B50A99D5E8D4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645E874-9471-204B-FEA4-29B6C383031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CD723AF-3402-E7B5-291B-2ABCD137B39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2693633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a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">
            <a:extLst>
              <a:ext uri="{FF2B5EF4-FFF2-40B4-BE49-F238E27FC236}">
                <a16:creationId xmlns:a16="http://schemas.microsoft.com/office/drawing/2014/main" id="{263427DF-DAE9-5C4C-6A1A-438ED4F52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5457155"/>
            <a:ext cx="11090276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AAC7C66-F303-132A-295B-65A79300A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4697327"/>
            <a:ext cx="11090276" cy="747897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6CECF1A1-AFBB-C9C3-8C4C-A333753514C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6500998E-0CA2-4FA3-BF63-EC673ABF21BF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F3E23DF4-7EAD-57AB-752A-EC8452CB6C51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879BEAB9-ED4E-001A-5054-C9630CF436F9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DC469B38-0BDD-091F-8A89-643F5C025E37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F04538F8-26C6-0B5E-9B13-7C72AEACEC0C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635BD2C3-1CF1-2C4D-754E-091C3266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3429336" y="25029"/>
            <a:ext cx="8715336" cy="722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692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019562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">
            <a:extLst>
              <a:ext uri="{FF2B5EF4-FFF2-40B4-BE49-F238E27FC236}">
                <a16:creationId xmlns:a16="http://schemas.microsoft.com/office/drawing/2014/main" id="{A762397C-7EE3-E752-C3C7-E1EB83F80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70" y="3676570"/>
            <a:ext cx="5545138" cy="246221"/>
          </a:xfrm>
          <a:prstGeom prst="rect">
            <a:avLst/>
          </a:prstGeom>
        </p:spPr>
        <p:txBody>
          <a:bodyPr wrap="square" lIns="18000" tIns="0" rIns="0" anchor="b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A67FB30-5217-5F8D-B4ED-781E4E0C8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343944"/>
            <a:ext cx="5545139" cy="2326627"/>
          </a:xfr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04E8B402-A28C-9742-E11A-B00843CA0E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1051220"/>
            <a:ext cx="5545139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B242E001-D9F4-2560-DB75-071A41686F7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EA7AFA45-4D31-33E6-2A2F-BCAA05222BE0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05CFBE72-0371-75B9-898F-07585635B5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2576038A-3386-9D73-0067-BFB5DEACF90C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32E84BB6-5500-095D-2587-055D5965FCC3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D81C7108-8FFA-272C-E210-714B7C2FDCCB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4744909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s slide 3a">
    <p:bg>
      <p:bgPr>
        <a:gradFill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6C2E4BB5-C5E3-F6F8-4261-BF330F6E49A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7" name="Freeform: Shape 4">
              <a:extLst>
                <a:ext uri="{FF2B5EF4-FFF2-40B4-BE49-F238E27FC236}">
                  <a16:creationId xmlns:a16="http://schemas.microsoft.com/office/drawing/2014/main" id="{0F3FBF3D-73C2-AEF9-6A29-26E9974EB2B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5">
              <a:extLst>
                <a:ext uri="{FF2B5EF4-FFF2-40B4-BE49-F238E27FC236}">
                  <a16:creationId xmlns:a16="http://schemas.microsoft.com/office/drawing/2014/main" id="{16D7EF54-CF87-4A1F-B1F7-681296888423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6">
              <a:extLst>
                <a:ext uri="{FF2B5EF4-FFF2-40B4-BE49-F238E27FC236}">
                  <a16:creationId xmlns:a16="http://schemas.microsoft.com/office/drawing/2014/main" id="{411034BC-7D78-A8D4-1F4A-8C4D8937B48B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7">
              <a:extLst>
                <a:ext uri="{FF2B5EF4-FFF2-40B4-BE49-F238E27FC236}">
                  <a16:creationId xmlns:a16="http://schemas.microsoft.com/office/drawing/2014/main" id="{91A42476-4DC0-A3D4-0B82-C32497A9655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61A1CDED-A495-D2CB-B478-6B5C933C774A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759808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3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6C58B55F-3EAC-C6DA-30E9-A9EAE34D71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EC1CE0-E890-6F27-EC37-CCBB63335D4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6" name="Freeform: Shape 2">
              <a:extLst>
                <a:ext uri="{FF2B5EF4-FFF2-40B4-BE49-F238E27FC236}">
                  <a16:creationId xmlns:a16="http://schemas.microsoft.com/office/drawing/2014/main" id="{FC1EFD8E-6111-C0FE-F23B-7FCABA181AFF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3">
              <a:extLst>
                <a:ext uri="{FF2B5EF4-FFF2-40B4-BE49-F238E27FC236}">
                  <a16:creationId xmlns:a16="http://schemas.microsoft.com/office/drawing/2014/main" id="{2E0336C3-FD2D-34F2-37FE-01F1463B9B1A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BCC79B1A-4DEF-2D28-22B2-7BFA7646E1A5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14">
              <a:extLst>
                <a:ext uri="{FF2B5EF4-FFF2-40B4-BE49-F238E27FC236}">
                  <a16:creationId xmlns:a16="http://schemas.microsoft.com/office/drawing/2014/main" id="{95610CD6-85BD-3AFA-95C6-25178AB66F0D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DE7326A8-CE97-C71F-CFF8-B35813A22238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212012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se slide 3c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EA84EC-0E0C-41F6-8286-BC5A87DC6C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7038" y="2320211"/>
            <a:ext cx="11356975" cy="221599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0" b="0" cap="none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edit</a:t>
            </a:r>
            <a:r>
              <a:rPr lang="fr-FR"/>
              <a:t> master </a:t>
            </a:r>
            <a:r>
              <a:rPr lang="fr-FR" err="1"/>
              <a:t>title</a:t>
            </a:r>
            <a:r>
              <a:rPr lang="fr-FR"/>
              <a:t> Style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E112FC67-26E6-91F9-0FAE-29488326991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FC0E4D70-5998-8125-42E2-E0EE77A84AC4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5">
              <a:extLst>
                <a:ext uri="{FF2B5EF4-FFF2-40B4-BE49-F238E27FC236}">
                  <a16:creationId xmlns:a16="http://schemas.microsoft.com/office/drawing/2014/main" id="{FBD6D893-3276-B285-3B03-8726CD1FFB2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6">
              <a:extLst>
                <a:ext uri="{FF2B5EF4-FFF2-40B4-BE49-F238E27FC236}">
                  <a16:creationId xmlns:a16="http://schemas.microsoft.com/office/drawing/2014/main" id="{6F9A7FDE-2DE1-AB6B-F371-23968DFB687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7">
              <a:extLst>
                <a:ext uri="{FF2B5EF4-FFF2-40B4-BE49-F238E27FC236}">
                  <a16:creationId xmlns:a16="http://schemas.microsoft.com/office/drawing/2014/main" id="{72366D37-668B-51CE-2CE6-C9DA736141B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8">
              <a:extLst>
                <a:ext uri="{FF2B5EF4-FFF2-40B4-BE49-F238E27FC236}">
                  <a16:creationId xmlns:a16="http://schemas.microsoft.com/office/drawing/2014/main" id="{9CF35CA0-09E8-81C3-4DA7-F503D6BAE3A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16">
            <a:extLst>
              <a:ext uri="{FF2B5EF4-FFF2-40B4-BE49-F238E27FC236}">
                <a16:creationId xmlns:a16="http://schemas.microsoft.com/office/drawing/2014/main" id="{415561A2-AF17-AE8E-8E0A-9B607FD1F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896" y="1107202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4352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368" y="1053956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650393B-7E46-5ECE-4310-AF8EC725574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09E51387-52A5-B06A-AEC1-9A4DA7D2DAC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1A2D993C-1439-0B90-F87F-84C15E66CF4C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9D4A7921-9C3C-6166-B6B7-CEDC5FF28E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F10A1F9A-93B6-1683-DDEE-2FA6B370E583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74BF5A15-51F5-5003-8669-EA9C008D0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956916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AA102172-14DD-5ED5-33AF-35672124237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21C01B30-4538-A317-44E5-BDF28A06DCA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A9A8C1E0-9587-0DA1-86EF-2B2312071C5E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B65EA192-75EF-F13F-0CC2-C84DE74A65A7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A48BD9AC-7231-CA62-C64B-046F4398B636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E90D6E4E-CBEC-C140-FE24-C2FD729A0A29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211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7103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3032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8" name="Group 1">
            <a:extLst>
              <a:ext uri="{FF2B5EF4-FFF2-40B4-BE49-F238E27FC236}">
                <a16:creationId xmlns:a16="http://schemas.microsoft.com/office/drawing/2014/main" id="{03C5622C-AFD4-93DA-3105-DD24A1095D2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9" name="Freeform: Shape 2">
              <a:extLst>
                <a:ext uri="{FF2B5EF4-FFF2-40B4-BE49-F238E27FC236}">
                  <a16:creationId xmlns:a16="http://schemas.microsoft.com/office/drawing/2014/main" id="{EC1F4AF4-B2D1-B383-5414-6A7CE220351C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562EA075-7E1A-57B6-FA93-F8A92DA56EC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ABED82B4-66F4-60A2-8FF7-76C7FFFB8AEB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C403332C-6371-29E3-2335-DFAA7BE6C2F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20">
              <a:extLst>
                <a:ext uri="{FF2B5EF4-FFF2-40B4-BE49-F238E27FC236}">
                  <a16:creationId xmlns:a16="http://schemas.microsoft.com/office/drawing/2014/main" id="{3D2D8432-F91A-C228-692F-66BF4106BFBA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41476294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5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A8A661-3751-29DA-1AB9-334A7C98EA5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AE0FC8CB-F05E-FFD4-8D7F-1F94AC26DA2A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34D3664-9369-B221-FD17-0597A682848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7A7E500-54F5-1815-C9B9-3954ED883928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AE2D512F-FC3A-33B0-5954-0D1BFB4C1437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20">
              <a:extLst>
                <a:ext uri="{FF2B5EF4-FFF2-40B4-BE49-F238E27FC236}">
                  <a16:creationId xmlns:a16="http://schemas.microsoft.com/office/drawing/2014/main" id="{BB0A86DD-9E86-EB4E-14DC-ECC7130D6092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243903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51496C4-1393-EC1A-FE90-568BF22C8C7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0937F72A-96AE-F5EC-755D-D45529304F35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96B9DAFA-5CFE-3E91-78D3-742C4B9A849A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CB9EFD82-551E-D525-DCB6-363C1A232636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F9FEB3BD-8FE6-4A58-DFA9-1F350C2DE2F2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D59F2406-4DC9-3FBA-F0C2-60E886FCA30E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3632074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159896" y="1916832"/>
            <a:ext cx="7032104" cy="3528392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609034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609034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67647"/>
            <a:ext cx="4609034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28077F6A-5588-29E0-312C-D1B791C9064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992C4824-37D6-415A-E6EC-6E62CD172F79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20C33BE-AD5D-4D60-D7A2-A931FD4F868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B4C80064-8B28-D1EF-FC09-F0AFF3877595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B9F29B0E-E913-EB3D-4F7C-383B5615790A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E0CDEF2F-7154-A5C2-D640-669D5BB07DF3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136662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b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916832"/>
            <a:ext cx="3816424" cy="4941168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3341212"/>
            <a:ext cx="4597606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7368" y="2924944"/>
            <a:ext cx="4597606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052513"/>
            <a:ext cx="4597606" cy="1495794"/>
          </a:xfrm>
        </p:spPr>
        <p:txBody>
          <a:bodyPr wrap="square" lIns="0" tIns="0" rIns="0" bIns="0" anchor="b" anchorCtr="0">
            <a:sp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DB64C0B-D342-EDD4-D426-B9A5B83A468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70BA0B6B-013E-ED21-5C0C-A7573716118E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A8C76A2C-1551-D00B-5D24-ECE94A0DB12C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6">
              <a:extLst>
                <a:ext uri="{FF2B5EF4-FFF2-40B4-BE49-F238E27FC236}">
                  <a16:creationId xmlns:a16="http://schemas.microsoft.com/office/drawing/2014/main" id="{F5EB07D2-E52D-E392-D3C8-37455096D778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7">
              <a:extLst>
                <a:ext uri="{FF2B5EF4-FFF2-40B4-BE49-F238E27FC236}">
                  <a16:creationId xmlns:a16="http://schemas.microsoft.com/office/drawing/2014/main" id="{04CC7865-5F12-6284-B1F5-C81724EA1048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8">
              <a:extLst>
                <a:ext uri="{FF2B5EF4-FFF2-40B4-BE49-F238E27FC236}">
                  <a16:creationId xmlns:a16="http://schemas.microsoft.com/office/drawing/2014/main" id="{F2F7B79C-F81D-D4E8-CCCC-1A80B79E58F5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231346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6c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8">
            <a:extLst>
              <a:ext uri="{FF2B5EF4-FFF2-40B4-BE49-F238E27FC236}">
                <a16:creationId xmlns:a16="http://schemas.microsoft.com/office/drawing/2014/main" id="{3A966515-C64B-E7BB-1198-D99D16DE65B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43473" y="1"/>
            <a:ext cx="10877102" cy="2931886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E3C410B-B58E-46DB-B5F0-7F515E223D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3473" y="5498477"/>
            <a:ext cx="10440540" cy="215444"/>
          </a:xfrm>
        </p:spPr>
        <p:txBody>
          <a:bodyPr vert="horz" wrap="square" lIns="1800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Optional: Click to insert name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6C182ED-7FBB-D436-05D8-96E184F17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473" y="5082209"/>
            <a:ext cx="10440540" cy="246221"/>
          </a:xfrm>
          <a:prstGeom prst="rect">
            <a:avLst/>
          </a:prstGeom>
        </p:spPr>
        <p:txBody>
          <a:bodyPr wrap="square" lIns="18000" tIns="0" rIns="0" anchor="t" anchorCtr="0">
            <a:sp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Ubuntu Light" panose="020B03040306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6ABBE1C-3373-50D9-4152-CA1AC4A5E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473" y="3429000"/>
            <a:ext cx="10440540" cy="1580003"/>
          </a:xfrm>
        </p:spPr>
        <p:txBody>
          <a:bodyPr wrap="square" lIns="0" tIns="0" rIns="0" bIns="0" anchor="b" anchorCtr="0">
            <a:noAutofit/>
          </a:bodyPr>
          <a:lstStyle>
            <a:lvl1pPr algn="l">
              <a:lnSpc>
                <a:spcPct val="90000"/>
              </a:lnSpc>
              <a:tabLst>
                <a:tab pos="1258888" algn="l"/>
              </a:tabLst>
              <a:defRPr sz="5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C6036FEE-55DE-70FD-8023-666A176E56D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43473" y="6021288"/>
            <a:ext cx="1872000" cy="420870"/>
            <a:chOff x="5094083" y="5360390"/>
            <a:chExt cx="3039349" cy="683316"/>
          </a:xfrm>
        </p:grpSpPr>
        <p:sp>
          <p:nvSpPr>
            <p:cNvPr id="9" name="Freeform: Shape 4">
              <a:extLst>
                <a:ext uri="{FF2B5EF4-FFF2-40B4-BE49-F238E27FC236}">
                  <a16:creationId xmlns:a16="http://schemas.microsoft.com/office/drawing/2014/main" id="{B1ED800D-0360-E693-191D-220DFE10BEC2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5">
              <a:extLst>
                <a:ext uri="{FF2B5EF4-FFF2-40B4-BE49-F238E27FC236}">
                  <a16:creationId xmlns:a16="http://schemas.microsoft.com/office/drawing/2014/main" id="{95F4CCB2-170A-19BE-C942-B19098270C42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6">
              <a:extLst>
                <a:ext uri="{FF2B5EF4-FFF2-40B4-BE49-F238E27FC236}">
                  <a16:creationId xmlns:a16="http://schemas.microsoft.com/office/drawing/2014/main" id="{890A43B6-BBB1-B11D-0EB6-447FE3C6F0F1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B0A92FC2-E6FE-6A55-A3D8-D99E8E6201E5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8">
              <a:extLst>
                <a:ext uri="{FF2B5EF4-FFF2-40B4-BE49-F238E27FC236}">
                  <a16:creationId xmlns:a16="http://schemas.microsoft.com/office/drawing/2014/main" id="{1C3193CB-D868-D37B-4D53-F1726DCD2D02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3827599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49D2F3-3C15-428F-AF70-D31974E2F3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2613" y="3199768"/>
            <a:ext cx="9079459" cy="3532255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1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BB18C-C624-35CB-514D-CE1A312E0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331153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C4263A-DA82-3AB3-0A84-F2337DC19F6E}"/>
              </a:ext>
            </a:extLst>
          </p:cNvPr>
          <p:cNvSpPr/>
          <p:nvPr userDrawn="1"/>
        </p:nvSpPr>
        <p:spPr>
          <a:xfrm>
            <a:off x="-24680" y="1484784"/>
            <a:ext cx="5735960" cy="5373217"/>
          </a:xfrm>
          <a:prstGeom prst="rect">
            <a:avLst/>
          </a:prstGeom>
          <a:solidFill>
            <a:srgbClr val="173340"/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06025B9-0362-4974-8920-7C764289CB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368" y="18650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insert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7644F2-F28D-4087-B791-1E7F26C4A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368" y="25371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5F62A33-F672-4099-9B72-9B2267F22A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368" y="320932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72FF6EE1-C46D-4DEB-A508-49B5101CF2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368" y="388146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31D06D9-EA9B-42A0-81EE-D669D6CA5F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368" y="455360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FEA829A-6217-4965-B7BD-6BC37F7849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368" y="522574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05DDB93-91CA-4BAF-9D63-E4134B435D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7368" y="5897889"/>
            <a:ext cx="4967933" cy="555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13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insert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111C9-BF1D-4957-9C22-F45DD34F3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5681029" cy="7921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74424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/>
    </mc:Choice>
    <mc:Fallback>
      <p:transition advClick="0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 and Pictur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D3B1FE99-E8D3-C5FE-4E44-4E4EF67B45D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1" y="908721"/>
            <a:ext cx="6096000" cy="5949280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B342561-1DD2-4DA7-BA2A-C8E3856FE9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692696"/>
            <a:ext cx="4751907" cy="720179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80000"/>
              </a:lnSpc>
              <a:defRPr lang="en-GB"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Agenda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6DF15B-7249-491B-BFB7-9A33784178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988" y="1916832"/>
            <a:ext cx="5471988" cy="4536356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2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399106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19069D-5D68-4DB4-B45F-92CCC710785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94570" y="1628775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AA1A2157-04CD-44FC-8492-E3FAFE326F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94570" y="2221388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99E21EB-D052-4206-952C-D3FE77AA1C8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94570" y="281400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A932A-4442-4987-878D-3B69D84A47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79500" y="1628775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AA65ABF-5E47-4A8A-934B-E9458D034F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9500" y="2221388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E370511-ABDA-4008-B938-10F0105CBF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79500" y="281400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ABD3DEA-D9AC-49A6-AB02-7A5380BF51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4570" y="3406614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C143C05F-5CEC-4DA0-8030-D7B2370EBB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94570" y="3999227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6B43F80-D448-432F-A45D-FE4715923F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794570" y="4591841"/>
            <a:ext cx="5813598" cy="36933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C434EB54-C0D1-4857-9330-87FAFCC49D5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79500" y="3406614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F0320016-4C9A-409B-8724-E53F23529A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79500" y="3999227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F0279A3C-5E27-40F7-98C0-08832F4CE1F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79500" y="4591841"/>
            <a:ext cx="335980" cy="369888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>
            <a:lvl1pPr algn="r">
              <a:defRPr lang="de-DE" sz="2400" b="1" dirty="0">
                <a:solidFill>
                  <a:schemeClr val="accent2"/>
                </a:solidFill>
              </a:defRPr>
            </a:lvl1pPr>
          </a:lstStyle>
          <a:p>
            <a:pPr lvl="0">
              <a:spcBef>
                <a:spcPts val="0"/>
              </a:spcBef>
            </a:pPr>
            <a:r>
              <a:rPr lang="de-DE"/>
              <a:t>0x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8BAF09-C52E-54E6-E538-78C64D8A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321" y="260350"/>
            <a:ext cx="8640763" cy="792163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21B52807-7673-5576-DEE4-0A88870C0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5800" y="1700808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18391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F09D0F-E907-3A0B-CF17-D622F6756C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9576533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E65870-6F3C-04B2-E814-901DB0CFC0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9776" y="588210"/>
            <a:ext cx="8281358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F5917D-61BC-41CF-A3CC-DAE6954137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9536" y="1556792"/>
            <a:ext cx="648072" cy="648072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>
              <a:defRPr lang="en-US" sz="3200" b="1" cap="none" spc="300" baseline="0" dirty="0">
                <a:solidFill>
                  <a:sysClr val="windowText" lastClr="000000"/>
                </a:solidFill>
                <a:latin typeface="+mn-lt"/>
              </a:defRPr>
            </a:lvl1pPr>
          </a:lstStyle>
          <a:p>
            <a:pPr lvl="0">
              <a:spcBef>
                <a:spcPts val="0"/>
              </a:spcBef>
            </a:pPr>
            <a:r>
              <a:rPr lang="en-US"/>
              <a:t>01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E372CD-CFED-4FF2-90F5-6A7F33D9AB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3632" y="1556792"/>
            <a:ext cx="8863408" cy="648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ysClr val="windowText" lastClr="000000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6392071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CE45-A6FC-9CE9-F8CD-BA044CFE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908062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D6CCA-5023-D91C-5084-3ED466DC8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749093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A091BB-1771-4A6F-B93C-43E4798B4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621786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71387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9776930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3528-AA21-5972-C236-27F2D720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057448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211123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Gre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171277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6C4F5EE7-6CA6-23D5-2788-911B0B2A43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040215" y="1122907"/>
            <a:ext cx="4151785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409221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C25D57-CF8D-453D-9648-5B7859B01F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409221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50C691-8B76-E01C-4EF1-3EB567E0E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7851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97BD40BB-A2F0-F646-3CC2-596CC419583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0" y="1122907"/>
            <a:ext cx="6096001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F1655B6-7DE6-4895-863F-EF917B2F07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775"/>
            <a:ext cx="5545137" cy="4824413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C572A4-9113-ABE4-A840-37A9AAC5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79847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8C20F-AA44-45A0-8BD7-3F72A12E08AD}"/>
              </a:ext>
            </a:extLst>
          </p:cNvPr>
          <p:cNvSpPr/>
          <p:nvPr userDrawn="1"/>
        </p:nvSpPr>
        <p:spPr>
          <a:xfrm>
            <a:off x="0" y="0"/>
            <a:ext cx="407366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003CB7C-5AB2-4487-B779-DFE57F79C5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5538"/>
            <a:ext cx="69840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219CA61-951E-46A4-A7C6-8A4C09FDC6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8774"/>
            <a:ext cx="6962544" cy="48244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D7751A-AC4E-473A-B544-73973FAE946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4223792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52824-0DEF-7B5E-1D4F-BCBC062D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9384" y="260350"/>
            <a:ext cx="6984000" cy="792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03775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8930BD6-6C9D-490A-BF02-403245ED990A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895A1A3-A6AA-456A-98DD-23651F1D1D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84032" y="1125538"/>
            <a:ext cx="5063967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tx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F2C12DC-68D5-4DF5-891E-DAEB8A4AB6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84032" y="1627200"/>
            <a:ext cx="5063967" cy="482598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AAC9D4-CD35-41A1-A14D-B18A58A2866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337B1-E3AC-A7E5-7836-78F324F9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9417" y="260350"/>
            <a:ext cx="5063967" cy="7921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333761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58F-8094-1E41-530A-1113B387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833519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1949725-ACD2-44C4-85AF-10B39EC61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71E05-0646-A062-8DD0-B00651AE6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0912116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67AB06E-CA55-4893-BAFA-61FF4CCDFB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4D202-FD32-49BA-88CC-B39D233950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4108"/>
            <a:ext cx="11369042" cy="482908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64CED-1C28-DF10-1067-5941504A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962439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7D3C6BC6-663C-C133-76CE-9BAB02DAEDB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967663" y="1122907"/>
            <a:ext cx="4224338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98C3DB19-4889-48D4-AFFB-A1B288723D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7337213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13880FA-A20C-4104-8D48-DC99C13D0B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8800"/>
            <a:ext cx="7337213" cy="4824388"/>
          </a:xfrm>
          <a:prstGeom prst="rect">
            <a:avLst/>
          </a:prstGeom>
        </p:spPr>
        <p:txBody>
          <a:bodyPr rIns="21600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buClrTx/>
              <a:defRPr sz="1400">
                <a:solidFill>
                  <a:schemeClr val="bg1"/>
                </a:solidFill>
              </a:defRPr>
            </a:lvl2pPr>
            <a:lvl3pPr>
              <a:buClrTx/>
              <a:defRPr sz="14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D9B30-9A2C-505E-36D0-05AF0DBA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5463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19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D947A8D9-3FE6-9441-652F-400363E7066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096001" y="1122907"/>
            <a:ext cx="6096000" cy="5735093"/>
          </a:xfrm>
          <a:custGeom>
            <a:avLst/>
            <a:gdLst>
              <a:gd name="connsiteX0" fmla="*/ 0 w 6888162"/>
              <a:gd name="connsiteY0" fmla="*/ 0 h 6858000"/>
              <a:gd name="connsiteX1" fmla="*/ 6888162 w 6888162"/>
              <a:gd name="connsiteY1" fmla="*/ 0 h 6858000"/>
              <a:gd name="connsiteX2" fmla="*/ 6888162 w 6888162"/>
              <a:gd name="connsiteY2" fmla="*/ 6858000 h 6858000"/>
              <a:gd name="connsiteX3" fmla="*/ 0 w 688816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8162" h="6858000">
                <a:moveTo>
                  <a:pt x="0" y="0"/>
                </a:moveTo>
                <a:lnTo>
                  <a:pt x="6888162" y="0"/>
                </a:lnTo>
                <a:lnTo>
                  <a:pt x="688816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de-DE"/>
              <a:t>Insert Picture and send </a:t>
            </a:r>
            <a:r>
              <a:rPr lang="de-DE" err="1"/>
              <a:t>to</a:t>
            </a:r>
            <a:r>
              <a:rPr lang="de-DE"/>
              <a:t> back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59F9A52-5C59-4371-8261-06DAE7261A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5545800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3B64D18-C45E-440C-9C66-6F1DDAC017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4971" y="1627200"/>
            <a:ext cx="5545137" cy="4825988"/>
          </a:xfrm>
          <a:prstGeom prst="rect">
            <a:avLst/>
          </a:prstGeom>
        </p:spPr>
        <p:txBody>
          <a:bodyPr vert="horz" lIns="0" tIns="0" rIns="21600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25044F-30C6-C6D9-84C0-2B925714F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429952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 dark grey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0C8F40-0AE5-4281-9868-B3C794BF6FD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" y="0"/>
            <a:ext cx="4208053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E5BD221-7593-42BD-A842-EFACB10DAB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4744" y="1126800"/>
            <a:ext cx="6962544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A6C5C35D-CE7D-48CD-A1B2-353FFA53AE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407" y="1627200"/>
            <a:ext cx="6962544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4" name="Groupe 1">
            <a:extLst>
              <a:ext uri="{FF2B5EF4-FFF2-40B4-BE49-F238E27FC236}">
                <a16:creationId xmlns:a16="http://schemas.microsoft.com/office/drawing/2014/main" id="{DFFA4EA6-56A9-4F86-ABC0-8D91183AD408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C156B522-A0C0-42B8-BB11-65082FE76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43AD94EE-7857-4B4F-8194-A523D32A3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3D8BFFB-83BD-8B73-4F5E-285DBB528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744" y="260350"/>
            <a:ext cx="6978640" cy="792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628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11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picture dark grey 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8A4E47E-A55F-4490-AD19-D9A415AA57C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 and send picture to back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B7C70459-DE10-4F5D-80E6-BAD5BA6626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4032" y="1125538"/>
            <a:ext cx="5047879" cy="246221"/>
          </a:xfrm>
          <a:prstGeom prst="rect">
            <a:avLst/>
          </a:prstGeom>
        </p:spPr>
        <p:txBody>
          <a:bodyPr wrap="square" lIns="0" rIns="7200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4">
            <a:extLst>
              <a:ext uri="{FF2B5EF4-FFF2-40B4-BE49-F238E27FC236}">
                <a16:creationId xmlns:a16="http://schemas.microsoft.com/office/drawing/2014/main" id="{CC59ACB0-A839-47A7-AC17-01C5AED88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032" y="6907"/>
            <a:ext cx="5047879" cy="11273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8B886D2-95CB-49D8-B7AE-68DA209E76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4032" y="1627200"/>
            <a:ext cx="5047879" cy="4825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400" smtClean="0">
                <a:solidFill>
                  <a:schemeClr val="bg1"/>
                </a:solidFill>
              </a:defRPr>
            </a:lvl1pPr>
            <a:lvl2pPr marL="180975" indent="-180975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-180000">
              <a:buClrTx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750" indent="-180000">
              <a:buClrTx/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19138" indent="-180975">
              <a:buClrTx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6" name="Groupe 1">
            <a:extLst>
              <a:ext uri="{FF2B5EF4-FFF2-40B4-BE49-F238E27FC236}">
                <a16:creationId xmlns:a16="http://schemas.microsoft.com/office/drawing/2014/main" id="{E0AE299F-7351-4397-AACC-823584420C74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2EAF937C-9725-44A1-BB6F-11B4974BA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0B23023F-6948-45C1-A879-0B093E949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69786799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Dark gradient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166E472-7F03-4595-8219-0CA22510C3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249954CA-1B4C-479D-8956-C152CD1D4255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4" name="Freeform 320">
              <a:extLst>
                <a:ext uri="{FF2B5EF4-FFF2-40B4-BE49-F238E27FC236}">
                  <a16:creationId xmlns:a16="http://schemas.microsoft.com/office/drawing/2014/main" id="{86845868-3C42-0B91-A56D-1739F1EE5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321">
              <a:extLst>
                <a:ext uri="{FF2B5EF4-FFF2-40B4-BE49-F238E27FC236}">
                  <a16:creationId xmlns:a16="http://schemas.microsoft.com/office/drawing/2014/main" id="{F5D1D048-6CFA-0DCF-5953-84431BE67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EE7D5AB5-F4DB-ECDA-A390-D44890647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62633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apgemini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7">
            <a:extLst>
              <a:ext uri="{FF2B5EF4-FFF2-40B4-BE49-F238E27FC236}">
                <a16:creationId xmlns:a16="http://schemas.microsoft.com/office/drawing/2014/main" id="{8045CCAE-BD2B-495D-9881-0F2682E7F5DC}"/>
              </a:ext>
            </a:extLst>
          </p:cNvPr>
          <p:cNvGrpSpPr/>
          <p:nvPr userDrawn="1"/>
        </p:nvGrpSpPr>
        <p:grpSpPr>
          <a:xfrm>
            <a:off x="11501102" y="171573"/>
            <a:ext cx="419436" cy="388087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9" name="Freeform 320">
              <a:extLst>
                <a:ext uri="{FF2B5EF4-FFF2-40B4-BE49-F238E27FC236}">
                  <a16:creationId xmlns:a16="http://schemas.microsoft.com/office/drawing/2014/main" id="{6A17AE04-922A-4540-99C5-F8D62C3B0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321">
              <a:extLst>
                <a:ext uri="{FF2B5EF4-FFF2-40B4-BE49-F238E27FC236}">
                  <a16:creationId xmlns:a16="http://schemas.microsoft.com/office/drawing/2014/main" id="{DF832F2C-D3A7-4DE5-96EA-08ADD488B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942043-0ED4-4362-8DCB-F241572195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4971" y="1125538"/>
            <a:ext cx="11369042" cy="246221"/>
          </a:xfrm>
          <a:prstGeom prst="rect">
            <a:avLst/>
          </a:prstGeom>
        </p:spPr>
        <p:txBody>
          <a:bodyPr lIns="0">
            <a:spAutoFit/>
          </a:bodyPr>
          <a:lstStyle>
            <a:lvl1pPr>
              <a:defRPr sz="1600" b="0">
                <a:solidFill>
                  <a:schemeClr val="bg1"/>
                </a:solidFill>
                <a:latin typeface="Ubuntu Light" panose="020B0304030602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4754F-A565-D595-AC8C-9F0E9407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659381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dark">
    <p:bg>
      <p:bgPr>
        <a:solidFill>
          <a:srgbClr val="2729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pic>
        <p:nvPicPr>
          <p:cNvPr id="10" name="Picture 7">
            <a:hlinkClick r:id="rId3"/>
            <a:extLst>
              <a:ext uri="{FF2B5EF4-FFF2-40B4-BE49-F238E27FC236}">
                <a16:creationId xmlns:a16="http://schemas.microsoft.com/office/drawing/2014/main" id="{CC55E37E-23F7-AE09-687B-FF0A64465B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11" name="Picture 2">
            <a:hlinkClick r:id="rId5"/>
            <a:extLst>
              <a:ext uri="{FF2B5EF4-FFF2-40B4-BE49-F238E27FC236}">
                <a16:creationId xmlns:a16="http://schemas.microsoft.com/office/drawing/2014/main" id="{A9A234E1-21A9-0562-AA45-77469E965E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8326" y="5571089"/>
            <a:ext cx="333195" cy="333195"/>
          </a:xfrm>
          <a:prstGeom prst="rect">
            <a:avLst/>
          </a:prstGeom>
          <a:noFill/>
        </p:spPr>
      </p:pic>
      <p:pic>
        <p:nvPicPr>
          <p:cNvPr id="12" name="Picture 4">
            <a:hlinkClick r:id="rId7"/>
            <a:extLst>
              <a:ext uri="{FF2B5EF4-FFF2-40B4-BE49-F238E27FC236}">
                <a16:creationId xmlns:a16="http://schemas.microsoft.com/office/drawing/2014/main" id="{D3F9462A-9181-7B6F-0C53-88633CD091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363" y="5571089"/>
            <a:ext cx="333195" cy="333195"/>
          </a:xfrm>
          <a:prstGeom prst="rect">
            <a:avLst/>
          </a:prstGeom>
          <a:noFill/>
        </p:spPr>
      </p:pic>
      <p:pic>
        <p:nvPicPr>
          <p:cNvPr id="17" name="Picture 6">
            <a:hlinkClick r:id="rId9"/>
            <a:extLst>
              <a:ext uri="{FF2B5EF4-FFF2-40B4-BE49-F238E27FC236}">
                <a16:creationId xmlns:a16="http://schemas.microsoft.com/office/drawing/2014/main" id="{0057A36D-710A-32C2-2461-BFFF579A09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71089"/>
            <a:ext cx="333195" cy="333195"/>
          </a:xfrm>
          <a:prstGeom prst="rect">
            <a:avLst/>
          </a:prstGeom>
          <a:noFill/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403574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gradient blue">
    <p:bg>
      <p:bgPr>
        <a:gradFill flip="none" rotWithShape="1">
          <a:gsLst>
            <a:gs pos="100000">
              <a:schemeClr val="accent1"/>
            </a:gs>
            <a:gs pos="0">
              <a:schemeClr val="accent4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4C87536-14D9-1C92-1114-2BE764DFE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ACF1211-C28D-FCA4-B36E-E08F106C8C67}"/>
              </a:ext>
            </a:extLst>
          </p:cNvPr>
          <p:cNvSpPr/>
          <p:nvPr userDrawn="1"/>
        </p:nvSpPr>
        <p:spPr>
          <a:xfrm>
            <a:off x="8514289" y="6053226"/>
            <a:ext cx="3234143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bg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841F233-0C37-9FE7-D5D1-10432D331E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568" y="6021288"/>
            <a:ext cx="1872000" cy="420870"/>
            <a:chOff x="5094083" y="5360390"/>
            <a:chExt cx="3039349" cy="683316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D333898A-496F-27FD-C8AB-8E47523F8256}"/>
                </a:ext>
              </a:extLst>
            </p:cNvPr>
            <p:cNvSpPr/>
            <p:nvPr/>
          </p:nvSpPr>
          <p:spPr>
            <a:xfrm>
              <a:off x="5094083" y="5369283"/>
              <a:ext cx="2467942" cy="674423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5">
              <a:extLst>
                <a:ext uri="{FF2B5EF4-FFF2-40B4-BE49-F238E27FC236}">
                  <a16:creationId xmlns:a16="http://schemas.microsoft.com/office/drawing/2014/main" id="{6296B18C-C598-1968-0A90-003732AFB30D}"/>
                </a:ext>
              </a:extLst>
            </p:cNvPr>
            <p:cNvSpPr/>
            <p:nvPr/>
          </p:nvSpPr>
          <p:spPr>
            <a:xfrm>
              <a:off x="6953539" y="5402609"/>
              <a:ext cx="74112" cy="81524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EE39F094-DF42-59D0-87D6-5B2B52D6ECBD}"/>
                </a:ext>
              </a:extLst>
            </p:cNvPr>
            <p:cNvSpPr/>
            <p:nvPr/>
          </p:nvSpPr>
          <p:spPr>
            <a:xfrm>
              <a:off x="7436776" y="5416688"/>
              <a:ext cx="74112" cy="74112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7">
              <a:extLst>
                <a:ext uri="{FF2B5EF4-FFF2-40B4-BE49-F238E27FC236}">
                  <a16:creationId xmlns:a16="http://schemas.microsoft.com/office/drawing/2014/main" id="{9761BD33-D8E3-9C50-E0F7-DFE6BB9D42A4}"/>
                </a:ext>
              </a:extLst>
            </p:cNvPr>
            <p:cNvSpPr/>
            <p:nvPr/>
          </p:nvSpPr>
          <p:spPr>
            <a:xfrm>
              <a:off x="7591670" y="5360390"/>
              <a:ext cx="526198" cy="452086"/>
            </a:xfrm>
            <a:custGeom>
              <a:avLst/>
              <a:gdLst>
                <a:gd name="connsiteX0" fmla="*/ 553879 w 676275"/>
                <a:gd name="connsiteY0" fmla="*/ 254794 h 581025"/>
                <a:gd name="connsiteX1" fmla="*/ 451009 w 676275"/>
                <a:gd name="connsiteY1" fmla="*/ 342424 h 581025"/>
                <a:gd name="connsiteX2" fmla="*/ 375761 w 676275"/>
                <a:gd name="connsiteY2" fmla="*/ 469106 h 581025"/>
                <a:gd name="connsiteX3" fmla="*/ 273844 w 676275"/>
                <a:gd name="connsiteY3" fmla="*/ 561499 h 581025"/>
                <a:gd name="connsiteX4" fmla="*/ 132874 w 676275"/>
                <a:gd name="connsiteY4" fmla="*/ 569119 h 581025"/>
                <a:gd name="connsiteX5" fmla="*/ 7144 w 676275"/>
                <a:gd name="connsiteY5" fmla="*/ 383381 h 581025"/>
                <a:gd name="connsiteX6" fmla="*/ 371951 w 676275"/>
                <a:gd name="connsiteY6" fmla="*/ 7144 h 581025"/>
                <a:gd name="connsiteX7" fmla="*/ 371951 w 676275"/>
                <a:gd name="connsiteY7" fmla="*/ 7144 h 581025"/>
                <a:gd name="connsiteX8" fmla="*/ 371951 w 676275"/>
                <a:gd name="connsiteY8" fmla="*/ 7144 h 581025"/>
                <a:gd name="connsiteX9" fmla="*/ 388144 w 676275"/>
                <a:gd name="connsiteY9" fmla="*/ 13811 h 581025"/>
                <a:gd name="connsiteX10" fmla="*/ 571024 w 676275"/>
                <a:gd name="connsiteY10" fmla="*/ 127159 h 581025"/>
                <a:gd name="connsiteX11" fmla="*/ 675799 w 676275"/>
                <a:gd name="connsiteY11" fmla="*/ 287179 h 581025"/>
                <a:gd name="connsiteX12" fmla="*/ 553879 w 676275"/>
                <a:gd name="connsiteY12" fmla="*/ 254794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76275" h="581025">
                  <a:moveTo>
                    <a:pt x="553879" y="254794"/>
                  </a:moveTo>
                  <a:cubicBezTo>
                    <a:pt x="507206" y="265271"/>
                    <a:pt x="475774" y="304324"/>
                    <a:pt x="451009" y="342424"/>
                  </a:cubicBezTo>
                  <a:cubicBezTo>
                    <a:pt x="424339" y="383381"/>
                    <a:pt x="403384" y="428149"/>
                    <a:pt x="375761" y="469106"/>
                  </a:cubicBezTo>
                  <a:cubicBezTo>
                    <a:pt x="349091" y="507206"/>
                    <a:pt x="316706" y="542449"/>
                    <a:pt x="273844" y="561499"/>
                  </a:cubicBezTo>
                  <a:cubicBezTo>
                    <a:pt x="229076" y="581501"/>
                    <a:pt x="179546" y="584359"/>
                    <a:pt x="132874" y="569119"/>
                  </a:cubicBezTo>
                  <a:cubicBezTo>
                    <a:pt x="58579" y="538639"/>
                    <a:pt x="7144" y="464344"/>
                    <a:pt x="7144" y="383381"/>
                  </a:cubicBezTo>
                  <a:cubicBezTo>
                    <a:pt x="7144" y="177641"/>
                    <a:pt x="290036" y="105251"/>
                    <a:pt x="371951" y="7144"/>
                  </a:cubicBezTo>
                  <a:cubicBezTo>
                    <a:pt x="371951" y="7144"/>
                    <a:pt x="371951" y="7144"/>
                    <a:pt x="371951" y="7144"/>
                  </a:cubicBezTo>
                  <a:lnTo>
                    <a:pt x="371951" y="7144"/>
                  </a:lnTo>
                  <a:cubicBezTo>
                    <a:pt x="377666" y="9049"/>
                    <a:pt x="382429" y="11906"/>
                    <a:pt x="388144" y="13811"/>
                  </a:cubicBezTo>
                  <a:cubicBezTo>
                    <a:pt x="454819" y="41434"/>
                    <a:pt x="517684" y="78581"/>
                    <a:pt x="571024" y="127159"/>
                  </a:cubicBezTo>
                  <a:cubicBezTo>
                    <a:pt x="620554" y="172879"/>
                    <a:pt x="657701" y="226219"/>
                    <a:pt x="675799" y="287179"/>
                  </a:cubicBezTo>
                  <a:cubicBezTo>
                    <a:pt x="646271" y="255746"/>
                    <a:pt x="595789" y="244316"/>
                    <a:pt x="553879" y="25479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8">
              <a:extLst>
                <a:ext uri="{FF2B5EF4-FFF2-40B4-BE49-F238E27FC236}">
                  <a16:creationId xmlns:a16="http://schemas.microsoft.com/office/drawing/2014/main" id="{F0549B39-33DF-9EEB-DE1A-EEA719E68279}"/>
                </a:ext>
              </a:extLst>
            </p:cNvPr>
            <p:cNvSpPr/>
            <p:nvPr/>
          </p:nvSpPr>
          <p:spPr>
            <a:xfrm>
              <a:off x="7777693" y="5570011"/>
              <a:ext cx="355739" cy="289038"/>
            </a:xfrm>
            <a:custGeom>
              <a:avLst/>
              <a:gdLst>
                <a:gd name="connsiteX0" fmla="*/ 443389 w 457200"/>
                <a:gd name="connsiteY0" fmla="*/ 151121 h 371475"/>
                <a:gd name="connsiteX1" fmla="*/ 340519 w 457200"/>
                <a:gd name="connsiteY1" fmla="*/ 250181 h 371475"/>
                <a:gd name="connsiteX2" fmla="*/ 193834 w 457200"/>
                <a:gd name="connsiteY2" fmla="*/ 204461 h 371475"/>
                <a:gd name="connsiteX3" fmla="*/ 299561 w 457200"/>
                <a:gd name="connsiteY3" fmla="*/ 298759 h 371475"/>
                <a:gd name="connsiteX4" fmla="*/ 161449 w 457200"/>
                <a:gd name="connsiteY4" fmla="*/ 360671 h 371475"/>
                <a:gd name="connsiteX5" fmla="*/ 79534 w 457200"/>
                <a:gd name="connsiteY5" fmla="*/ 367339 h 371475"/>
                <a:gd name="connsiteX6" fmla="*/ 7144 w 457200"/>
                <a:gd name="connsiteY6" fmla="*/ 348289 h 371475"/>
                <a:gd name="connsiteX7" fmla="*/ 120491 w 457200"/>
                <a:gd name="connsiteY7" fmla="*/ 276851 h 371475"/>
                <a:gd name="connsiteX8" fmla="*/ 188119 w 457200"/>
                <a:gd name="connsiteY8" fmla="*/ 175886 h 371475"/>
                <a:gd name="connsiteX9" fmla="*/ 250031 w 457200"/>
                <a:gd name="connsiteY9" fmla="*/ 64444 h 371475"/>
                <a:gd name="connsiteX10" fmla="*/ 339566 w 457200"/>
                <a:gd name="connsiteY10" fmla="*/ 7294 h 371475"/>
                <a:gd name="connsiteX11" fmla="*/ 438626 w 457200"/>
                <a:gd name="connsiteY11" fmla="*/ 58729 h 371475"/>
                <a:gd name="connsiteX12" fmla="*/ 443389 w 457200"/>
                <a:gd name="connsiteY12" fmla="*/ 15112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371475">
                  <a:moveTo>
                    <a:pt x="443389" y="151121"/>
                  </a:moveTo>
                  <a:cubicBezTo>
                    <a:pt x="428149" y="198746"/>
                    <a:pt x="389096" y="236846"/>
                    <a:pt x="340519" y="250181"/>
                  </a:cubicBezTo>
                  <a:cubicBezTo>
                    <a:pt x="285274" y="265421"/>
                    <a:pt x="230029" y="249229"/>
                    <a:pt x="193834" y="204461"/>
                  </a:cubicBezTo>
                  <a:cubicBezTo>
                    <a:pt x="197644" y="261611"/>
                    <a:pt x="243364" y="299711"/>
                    <a:pt x="299561" y="298759"/>
                  </a:cubicBezTo>
                  <a:cubicBezTo>
                    <a:pt x="263366" y="334954"/>
                    <a:pt x="210026" y="352099"/>
                    <a:pt x="161449" y="360671"/>
                  </a:cubicBezTo>
                  <a:cubicBezTo>
                    <a:pt x="134779" y="365434"/>
                    <a:pt x="107156" y="368291"/>
                    <a:pt x="79534" y="367339"/>
                  </a:cubicBezTo>
                  <a:cubicBezTo>
                    <a:pt x="55721" y="366386"/>
                    <a:pt x="27146" y="363529"/>
                    <a:pt x="7144" y="348289"/>
                  </a:cubicBezTo>
                  <a:cubicBezTo>
                    <a:pt x="50959" y="334954"/>
                    <a:pt x="90011" y="310189"/>
                    <a:pt x="120491" y="276851"/>
                  </a:cubicBezTo>
                  <a:cubicBezTo>
                    <a:pt x="148114" y="246371"/>
                    <a:pt x="169069" y="211129"/>
                    <a:pt x="188119" y="175886"/>
                  </a:cubicBezTo>
                  <a:cubicBezTo>
                    <a:pt x="208121" y="138739"/>
                    <a:pt x="225266" y="98734"/>
                    <a:pt x="250031" y="64444"/>
                  </a:cubicBezTo>
                  <a:cubicBezTo>
                    <a:pt x="271939" y="33964"/>
                    <a:pt x="300514" y="9199"/>
                    <a:pt x="339566" y="7294"/>
                  </a:cubicBezTo>
                  <a:cubicBezTo>
                    <a:pt x="379571" y="5389"/>
                    <a:pt x="419576" y="21581"/>
                    <a:pt x="438626" y="58729"/>
                  </a:cubicBezTo>
                  <a:cubicBezTo>
                    <a:pt x="453866" y="88256"/>
                    <a:pt x="452914" y="120641"/>
                    <a:pt x="443389" y="15112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4" name="Picture 7">
            <a:hlinkClick r:id="rId3"/>
            <a:extLst>
              <a:ext uri="{FF2B5EF4-FFF2-40B4-BE49-F238E27FC236}">
                <a16:creationId xmlns:a16="http://schemas.microsoft.com/office/drawing/2014/main" id="{07109928-A368-8E6C-E810-A3BE356224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14289" y="5571089"/>
            <a:ext cx="333195" cy="333195"/>
          </a:xfrm>
          <a:prstGeom prst="rect">
            <a:avLst/>
          </a:prstGeom>
          <a:noFill/>
        </p:spPr>
      </p:pic>
      <p:pic>
        <p:nvPicPr>
          <p:cNvPr id="5" name="Picture 2">
            <a:hlinkClick r:id="rId5"/>
            <a:extLst>
              <a:ext uri="{FF2B5EF4-FFF2-40B4-BE49-F238E27FC236}">
                <a16:creationId xmlns:a16="http://schemas.microsoft.com/office/drawing/2014/main" id="{BC7C032C-2D1F-E483-8D4A-586900EE0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08326" y="5571089"/>
            <a:ext cx="333195" cy="333195"/>
          </a:xfrm>
          <a:prstGeom prst="rect">
            <a:avLst/>
          </a:prstGeom>
          <a:noFill/>
        </p:spPr>
      </p:pic>
      <p:pic>
        <p:nvPicPr>
          <p:cNvPr id="6" name="Picture 4">
            <a:hlinkClick r:id="rId7"/>
            <a:extLst>
              <a:ext uri="{FF2B5EF4-FFF2-40B4-BE49-F238E27FC236}">
                <a16:creationId xmlns:a16="http://schemas.microsoft.com/office/drawing/2014/main" id="{AEBD9D88-5872-54F3-A0E5-7F3AAA4CAE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2363" y="5571089"/>
            <a:ext cx="333195" cy="333195"/>
          </a:xfrm>
          <a:prstGeom prst="rect">
            <a:avLst/>
          </a:prstGeom>
          <a:noFill/>
        </p:spPr>
      </p:pic>
      <p:pic>
        <p:nvPicPr>
          <p:cNvPr id="7" name="Picture 6">
            <a:hlinkClick r:id="rId9"/>
            <a:extLst>
              <a:ext uri="{FF2B5EF4-FFF2-40B4-BE49-F238E27FC236}">
                <a16:creationId xmlns:a16="http://schemas.microsoft.com/office/drawing/2014/main" id="{66271E5E-9FCA-435A-BE7E-AA314EB197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71089"/>
            <a:ext cx="333195" cy="3331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689901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 gre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A46A5DB-4C4F-1F79-F6F4-3019062D13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9381" y="3837746"/>
            <a:ext cx="8938728" cy="347750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71C8D6D-C61C-2819-3276-89D365F7CAE8}"/>
              </a:ext>
            </a:extLst>
          </p:cNvPr>
          <p:cNvSpPr/>
          <p:nvPr userDrawn="1"/>
        </p:nvSpPr>
        <p:spPr>
          <a:xfrm>
            <a:off x="8554179" y="6053226"/>
            <a:ext cx="3242029" cy="400110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This presentation contains information that may be privileged or confidential and is the property of the Capgemini Group.</a:t>
            </a:r>
          </a:p>
          <a:p>
            <a:pPr>
              <a:spcAft>
                <a:spcPts val="600"/>
              </a:spcAft>
            </a:pPr>
            <a:r>
              <a:rPr lang="en-US" sz="700" noProof="0">
                <a:solidFill>
                  <a:schemeClr val="tx1"/>
                </a:solidFill>
                <a:latin typeface="+mn-lt"/>
                <a:cs typeface="Arial"/>
              </a:rPr>
              <a:t>Copyright © 2024 Capgemini. All rights reserved.</a:t>
            </a:r>
          </a:p>
        </p:txBody>
      </p:sp>
      <p:pic>
        <p:nvPicPr>
          <p:cNvPr id="26" name="Picture 7">
            <a:hlinkClick r:id="rId3"/>
            <a:extLst>
              <a:ext uri="{FF2B5EF4-FFF2-40B4-BE49-F238E27FC236}">
                <a16:creationId xmlns:a16="http://schemas.microsoft.com/office/drawing/2014/main" id="{23996BED-DA79-7795-E8CC-89B8B4F54B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522933" y="5569299"/>
            <a:ext cx="333195" cy="333195"/>
          </a:xfrm>
          <a:prstGeom prst="rect">
            <a:avLst/>
          </a:prstGeom>
          <a:noFill/>
        </p:spPr>
      </p:pic>
      <p:pic>
        <p:nvPicPr>
          <p:cNvPr id="27" name="Picture 2">
            <a:hlinkClick r:id="rId6"/>
            <a:extLst>
              <a:ext uri="{FF2B5EF4-FFF2-40B4-BE49-F238E27FC236}">
                <a16:creationId xmlns:a16="http://schemas.microsoft.com/office/drawing/2014/main" id="{41F22088-9EDE-E75E-205B-071BC64768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914089" y="5569299"/>
            <a:ext cx="333195" cy="333195"/>
          </a:xfrm>
          <a:prstGeom prst="rect">
            <a:avLst/>
          </a:prstGeom>
          <a:noFill/>
        </p:spPr>
      </p:pic>
      <p:pic>
        <p:nvPicPr>
          <p:cNvPr id="28" name="Picture 4">
            <a:hlinkClick r:id="rId9"/>
            <a:extLst>
              <a:ext uri="{FF2B5EF4-FFF2-40B4-BE49-F238E27FC236}">
                <a16:creationId xmlns:a16="http://schemas.microsoft.com/office/drawing/2014/main" id="{4B0CCAD4-0758-D6B9-EFF6-02B94D32DE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05245" y="5569299"/>
            <a:ext cx="333195" cy="333195"/>
          </a:xfrm>
          <a:prstGeom prst="rect">
            <a:avLst/>
          </a:prstGeom>
          <a:noFill/>
        </p:spPr>
      </p:pic>
      <p:pic>
        <p:nvPicPr>
          <p:cNvPr id="30" name="Picture 6">
            <a:hlinkClick r:id="rId12"/>
            <a:extLst>
              <a:ext uri="{FF2B5EF4-FFF2-40B4-BE49-F238E27FC236}">
                <a16:creationId xmlns:a16="http://schemas.microsoft.com/office/drawing/2014/main" id="{97D8A9F7-9109-48D0-0781-197117BF809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96400" y="5569299"/>
            <a:ext cx="333195" cy="333195"/>
          </a:xfrm>
          <a:prstGeom prst="rect">
            <a:avLst/>
          </a:prstGeom>
          <a:noFill/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E4C124A-1677-5379-4F1F-D80E084B6A0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43236" y="6021288"/>
            <a:ext cx="1872000" cy="420870"/>
            <a:chOff x="5095385" y="4090756"/>
            <a:chExt cx="3033729" cy="68205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17CD1832-464E-8F19-D1FF-C26D2A4008C4}"/>
                </a:ext>
              </a:extLst>
            </p:cNvPr>
            <p:cNvSpPr/>
            <p:nvPr/>
          </p:nvSpPr>
          <p:spPr>
            <a:xfrm>
              <a:off x="7769592" y="4296409"/>
              <a:ext cx="355081" cy="288503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solidFill>
              <a:srgbClr val="17ABD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27580D5-10C4-1378-1B16-22D2C6577A53}"/>
                </a:ext>
              </a:extLst>
            </p:cNvPr>
            <p:cNvSpPr/>
            <p:nvPr/>
          </p:nvSpPr>
          <p:spPr>
            <a:xfrm>
              <a:off x="5095385" y="4099634"/>
              <a:ext cx="2463378" cy="673175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296E9CB-B7F8-9F5C-5A91-CC70339F4284}"/>
                </a:ext>
              </a:extLst>
            </p:cNvPr>
            <p:cNvSpPr/>
            <p:nvPr/>
          </p:nvSpPr>
          <p:spPr>
            <a:xfrm>
              <a:off x="6951400" y="4132898"/>
              <a:ext cx="73975" cy="81373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" name="Freeform: Shape 14">
              <a:extLst>
                <a:ext uri="{FF2B5EF4-FFF2-40B4-BE49-F238E27FC236}">
                  <a16:creationId xmlns:a16="http://schemas.microsoft.com/office/drawing/2014/main" id="{4046F42C-B4B1-F5B5-97B0-295157FB5118}"/>
                </a:ext>
              </a:extLst>
            </p:cNvPr>
            <p:cNvSpPr/>
            <p:nvPr/>
          </p:nvSpPr>
          <p:spPr>
            <a:xfrm>
              <a:off x="7433743" y="4146951"/>
              <a:ext cx="73975" cy="73975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20">
              <a:extLst>
                <a:ext uri="{FF2B5EF4-FFF2-40B4-BE49-F238E27FC236}">
                  <a16:creationId xmlns:a16="http://schemas.microsoft.com/office/drawing/2014/main" id="{B9876A18-1EED-B3A2-6F45-2D9C7CE3D38D}"/>
                </a:ext>
              </a:extLst>
            </p:cNvPr>
            <p:cNvSpPr/>
            <p:nvPr/>
          </p:nvSpPr>
          <p:spPr>
            <a:xfrm>
              <a:off x="7589095" y="4090756"/>
              <a:ext cx="540019" cy="451249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solidFill>
              <a:srgbClr val="0072A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5624630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- Dark 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7">
            <a:extLst>
              <a:ext uri="{FF2B5EF4-FFF2-40B4-BE49-F238E27FC236}">
                <a16:creationId xmlns:a16="http://schemas.microsoft.com/office/drawing/2014/main" id="{4A965C7A-B63C-476C-A4A7-F1DA082B5A6A}"/>
              </a:ext>
            </a:extLst>
          </p:cNvPr>
          <p:cNvGrpSpPr>
            <a:grpSpLocks/>
          </p:cNvGrpSpPr>
          <p:nvPr userDrawn="1"/>
        </p:nvGrpSpPr>
        <p:grpSpPr>
          <a:xfrm>
            <a:off x="11562163" y="207582"/>
            <a:ext cx="419436" cy="388988"/>
            <a:chOff x="5481638" y="2859088"/>
            <a:chExt cx="1231900" cy="1139825"/>
          </a:xfrm>
          <a:solidFill>
            <a:schemeClr val="bg1"/>
          </a:solidFill>
        </p:grpSpPr>
        <p:sp>
          <p:nvSpPr>
            <p:cNvPr id="3" name="Freeform 320">
              <a:extLst>
                <a:ext uri="{FF2B5EF4-FFF2-40B4-BE49-F238E27FC236}">
                  <a16:creationId xmlns:a16="http://schemas.microsoft.com/office/drawing/2014/main" id="{08780755-E109-45E3-9564-937AFC868C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81638" y="2859088"/>
              <a:ext cx="1203325" cy="1041400"/>
            </a:xfrm>
            <a:custGeom>
              <a:avLst/>
              <a:gdLst>
                <a:gd name="T0" fmla="*/ 229 w 281"/>
                <a:gd name="T1" fmla="*/ 105 h 243"/>
                <a:gd name="T2" fmla="*/ 186 w 281"/>
                <a:gd name="T3" fmla="*/ 141 h 243"/>
                <a:gd name="T4" fmla="*/ 154 w 281"/>
                <a:gd name="T5" fmla="*/ 194 h 243"/>
                <a:gd name="T6" fmla="*/ 112 w 281"/>
                <a:gd name="T7" fmla="*/ 233 h 243"/>
                <a:gd name="T8" fmla="*/ 53 w 281"/>
                <a:gd name="T9" fmla="*/ 236 h 243"/>
                <a:gd name="T10" fmla="*/ 0 w 281"/>
                <a:gd name="T11" fmla="*/ 159 h 243"/>
                <a:gd name="T12" fmla="*/ 153 w 281"/>
                <a:gd name="T13" fmla="*/ 0 h 243"/>
                <a:gd name="T14" fmla="*/ 153 w 281"/>
                <a:gd name="T15" fmla="*/ 0 h 243"/>
                <a:gd name="T16" fmla="*/ 160 w 281"/>
                <a:gd name="T17" fmla="*/ 3 h 243"/>
                <a:gd name="T18" fmla="*/ 237 w 281"/>
                <a:gd name="T19" fmla="*/ 51 h 243"/>
                <a:gd name="T20" fmla="*/ 281 w 281"/>
                <a:gd name="T21" fmla="*/ 118 h 243"/>
                <a:gd name="T22" fmla="*/ 229 w 281"/>
                <a:gd name="T23" fmla="*/ 105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1" h="243">
                  <a:moveTo>
                    <a:pt x="229" y="105"/>
                  </a:moveTo>
                  <a:cubicBezTo>
                    <a:pt x="210" y="109"/>
                    <a:pt x="196" y="125"/>
                    <a:pt x="186" y="141"/>
                  </a:cubicBezTo>
                  <a:cubicBezTo>
                    <a:pt x="175" y="159"/>
                    <a:pt x="166" y="177"/>
                    <a:pt x="154" y="194"/>
                  </a:cubicBezTo>
                  <a:cubicBezTo>
                    <a:pt x="143" y="211"/>
                    <a:pt x="130" y="225"/>
                    <a:pt x="112" y="233"/>
                  </a:cubicBezTo>
                  <a:cubicBezTo>
                    <a:pt x="93" y="242"/>
                    <a:pt x="72" y="243"/>
                    <a:pt x="53" y="236"/>
                  </a:cubicBezTo>
                  <a:cubicBezTo>
                    <a:pt x="21" y="224"/>
                    <a:pt x="0" y="192"/>
                    <a:pt x="0" y="159"/>
                  </a:cubicBezTo>
                  <a:cubicBezTo>
                    <a:pt x="0" y="72"/>
                    <a:pt x="119" y="42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5" y="1"/>
                    <a:pt x="158" y="2"/>
                    <a:pt x="160" y="3"/>
                  </a:cubicBezTo>
                  <a:cubicBezTo>
                    <a:pt x="188" y="15"/>
                    <a:pt x="214" y="30"/>
                    <a:pt x="237" y="51"/>
                  </a:cubicBezTo>
                  <a:cubicBezTo>
                    <a:pt x="258" y="70"/>
                    <a:pt x="273" y="92"/>
                    <a:pt x="281" y="118"/>
                  </a:cubicBezTo>
                  <a:cubicBezTo>
                    <a:pt x="268" y="105"/>
                    <a:pt x="247" y="100"/>
                    <a:pt x="229" y="10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321">
              <a:extLst>
                <a:ext uri="{FF2B5EF4-FFF2-40B4-BE49-F238E27FC236}">
                  <a16:creationId xmlns:a16="http://schemas.microsoft.com/office/drawing/2014/main" id="{0B189194-351B-46D6-A408-2F6B6B57F0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910263" y="3343275"/>
              <a:ext cx="803275" cy="655638"/>
            </a:xfrm>
            <a:custGeom>
              <a:avLst/>
              <a:gdLst>
                <a:gd name="T0" fmla="*/ 183 w 188"/>
                <a:gd name="T1" fmla="*/ 61 h 153"/>
                <a:gd name="T2" fmla="*/ 140 w 188"/>
                <a:gd name="T3" fmla="*/ 103 h 153"/>
                <a:gd name="T4" fmla="*/ 79 w 188"/>
                <a:gd name="T5" fmla="*/ 84 h 153"/>
                <a:gd name="T6" fmla="*/ 123 w 188"/>
                <a:gd name="T7" fmla="*/ 124 h 153"/>
                <a:gd name="T8" fmla="*/ 65 w 188"/>
                <a:gd name="T9" fmla="*/ 149 h 153"/>
                <a:gd name="T10" fmla="*/ 31 w 188"/>
                <a:gd name="T11" fmla="*/ 152 h 153"/>
                <a:gd name="T12" fmla="*/ 0 w 188"/>
                <a:gd name="T13" fmla="*/ 144 h 153"/>
                <a:gd name="T14" fmla="*/ 48 w 188"/>
                <a:gd name="T15" fmla="*/ 114 h 153"/>
                <a:gd name="T16" fmla="*/ 77 w 188"/>
                <a:gd name="T17" fmla="*/ 72 h 153"/>
                <a:gd name="T18" fmla="*/ 103 w 188"/>
                <a:gd name="T19" fmla="*/ 25 h 153"/>
                <a:gd name="T20" fmla="*/ 140 w 188"/>
                <a:gd name="T21" fmla="*/ 1 h 153"/>
                <a:gd name="T22" fmla="*/ 182 w 188"/>
                <a:gd name="T23" fmla="*/ 22 h 153"/>
                <a:gd name="T24" fmla="*/ 183 w 188"/>
                <a:gd name="T25" fmla="*/ 61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8" h="153">
                  <a:moveTo>
                    <a:pt x="183" y="61"/>
                  </a:moveTo>
                  <a:cubicBezTo>
                    <a:pt x="177" y="81"/>
                    <a:pt x="160" y="97"/>
                    <a:pt x="140" y="103"/>
                  </a:cubicBezTo>
                  <a:cubicBezTo>
                    <a:pt x="117" y="109"/>
                    <a:pt x="94" y="102"/>
                    <a:pt x="79" y="84"/>
                  </a:cubicBezTo>
                  <a:cubicBezTo>
                    <a:pt x="80" y="108"/>
                    <a:pt x="99" y="124"/>
                    <a:pt x="123" y="124"/>
                  </a:cubicBezTo>
                  <a:cubicBezTo>
                    <a:pt x="108" y="139"/>
                    <a:pt x="86" y="146"/>
                    <a:pt x="65" y="149"/>
                  </a:cubicBezTo>
                  <a:cubicBezTo>
                    <a:pt x="54" y="151"/>
                    <a:pt x="42" y="153"/>
                    <a:pt x="31" y="152"/>
                  </a:cubicBezTo>
                  <a:cubicBezTo>
                    <a:pt x="21" y="152"/>
                    <a:pt x="9" y="150"/>
                    <a:pt x="0" y="144"/>
                  </a:cubicBezTo>
                  <a:cubicBezTo>
                    <a:pt x="19" y="139"/>
                    <a:pt x="35" y="128"/>
                    <a:pt x="48" y="114"/>
                  </a:cubicBezTo>
                  <a:cubicBezTo>
                    <a:pt x="60" y="101"/>
                    <a:pt x="69" y="87"/>
                    <a:pt x="77" y="72"/>
                  </a:cubicBezTo>
                  <a:cubicBezTo>
                    <a:pt x="85" y="56"/>
                    <a:pt x="92" y="39"/>
                    <a:pt x="103" y="25"/>
                  </a:cubicBezTo>
                  <a:cubicBezTo>
                    <a:pt x="112" y="12"/>
                    <a:pt x="124" y="2"/>
                    <a:pt x="140" y="1"/>
                  </a:cubicBezTo>
                  <a:cubicBezTo>
                    <a:pt x="157" y="0"/>
                    <a:pt x="174" y="7"/>
                    <a:pt x="182" y="22"/>
                  </a:cubicBezTo>
                  <a:cubicBezTo>
                    <a:pt x="188" y="35"/>
                    <a:pt x="187" y="48"/>
                    <a:pt x="183" y="61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" name="Footer Slide number">
            <a:extLst>
              <a:ext uri="{FF2B5EF4-FFF2-40B4-BE49-F238E27FC236}">
                <a16:creationId xmlns:a16="http://schemas.microsoft.com/office/drawing/2014/main" id="{CA4932B0-5EDB-11C1-C0EA-1A270DFCC493}"/>
              </a:ext>
            </a:extLst>
          </p:cNvPr>
          <p:cNvSpPr/>
          <p:nvPr userDrawn="1"/>
        </p:nvSpPr>
        <p:spPr>
          <a:xfrm>
            <a:off x="11744128" y="6541977"/>
            <a:ext cx="229263" cy="20005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700" smtClean="0">
                <a:solidFill>
                  <a:srgbClr val="A6A6A6"/>
                </a:solidFill>
                <a:latin typeface="+mn-lt"/>
                <a:cs typeface="Arial" panose="020B0604020202020204" pitchFamily="34" charset="0"/>
              </a:rPr>
              <a:pPr algn="r"/>
              <a:t>‹#›</a:t>
            </a:fld>
            <a:endParaRPr lang="en-US" sz="700">
              <a:solidFill>
                <a:srgbClr val="A6A6A6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Footer Copyright">
            <a:extLst>
              <a:ext uri="{FF2B5EF4-FFF2-40B4-BE49-F238E27FC236}">
                <a16:creationId xmlns:a16="http://schemas.microsoft.com/office/drawing/2014/main" id="{D35ED927-78C1-3D65-791E-7A43547DAE40}"/>
              </a:ext>
            </a:extLst>
          </p:cNvPr>
          <p:cNvSpPr/>
          <p:nvPr userDrawn="1"/>
        </p:nvSpPr>
        <p:spPr>
          <a:xfrm>
            <a:off x="7257892" y="6532276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rgbClr val="A6A6A6"/>
                </a:solidFill>
                <a:latin typeface="+mn-lt"/>
                <a:cs typeface="Arial" panose="020B0604020202020204" pitchFamily="34" charset="0"/>
              </a:rPr>
              <a:t> Company Confidential © Capgemini 2024. All rights reserved |</a:t>
            </a:r>
          </a:p>
        </p:txBody>
      </p:sp>
      <p:sp>
        <p:nvSpPr>
          <p:cNvPr id="7" name="Footer Copyright">
            <a:extLst>
              <a:ext uri="{FF2B5EF4-FFF2-40B4-BE49-F238E27FC236}">
                <a16:creationId xmlns:a16="http://schemas.microsoft.com/office/drawing/2014/main" id="{1B3E4988-752C-EBE0-809A-6C52F4E634A0}"/>
              </a:ext>
            </a:extLst>
          </p:cNvPr>
          <p:cNvSpPr/>
          <p:nvPr userDrawn="1"/>
        </p:nvSpPr>
        <p:spPr>
          <a:xfrm>
            <a:off x="401946" y="6532276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rgbClr val="A6A6A6"/>
                </a:solidFill>
                <a:latin typeface="+mn-lt"/>
                <a:cs typeface="Arial" panose="020B0604020202020204" pitchFamily="34" charset="0"/>
              </a:rPr>
              <a:t>Generative AI for Software Engineering | Measurement protocol</a:t>
            </a:r>
          </a:p>
        </p:txBody>
      </p:sp>
    </p:spTree>
    <p:extLst>
      <p:ext uri="{BB962C8B-B14F-4D97-AF65-F5344CB8AC3E}">
        <p14:creationId xmlns:p14="http://schemas.microsoft.com/office/powerpoint/2010/main" val="9123453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907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75.xml"/><Relationship Id="rId39" Type="http://schemas.openxmlformats.org/officeDocument/2006/relationships/slideLayout" Target="../slideLayouts/slideLayout88.xml"/><Relationship Id="rId21" Type="http://schemas.openxmlformats.org/officeDocument/2006/relationships/slideLayout" Target="../slideLayouts/slideLayout70.xml"/><Relationship Id="rId34" Type="http://schemas.openxmlformats.org/officeDocument/2006/relationships/slideLayout" Target="../slideLayouts/slideLayout83.xml"/><Relationship Id="rId42" Type="http://schemas.openxmlformats.org/officeDocument/2006/relationships/slideLayout" Target="../slideLayouts/slideLayout91.xml"/><Relationship Id="rId47" Type="http://schemas.openxmlformats.org/officeDocument/2006/relationships/slideLayout" Target="../slideLayouts/slideLayout96.xml"/><Relationship Id="rId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86.xml"/><Relationship Id="rId40" Type="http://schemas.openxmlformats.org/officeDocument/2006/relationships/slideLayout" Target="../slideLayouts/slideLayout89.xml"/><Relationship Id="rId45" Type="http://schemas.openxmlformats.org/officeDocument/2006/relationships/slideLayout" Target="../slideLayouts/slideLayout94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7.xml"/><Relationship Id="rId36" Type="http://schemas.openxmlformats.org/officeDocument/2006/relationships/slideLayout" Target="../slideLayouts/slideLayout85.xml"/><Relationship Id="rId49" Type="http://schemas.openxmlformats.org/officeDocument/2006/relationships/image" Target="../media/image1.png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0.xml"/><Relationship Id="rId44" Type="http://schemas.openxmlformats.org/officeDocument/2006/relationships/slideLayout" Target="../slideLayouts/slideLayout93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9.xml"/><Relationship Id="rId35" Type="http://schemas.openxmlformats.org/officeDocument/2006/relationships/slideLayout" Target="../slideLayouts/slideLayout84.xml"/><Relationship Id="rId43" Type="http://schemas.openxmlformats.org/officeDocument/2006/relationships/slideLayout" Target="../slideLayouts/slideLayout92.xml"/><Relationship Id="rId48" Type="http://schemas.openxmlformats.org/officeDocument/2006/relationships/theme" Target="../theme/theme2.xml"/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82.xml"/><Relationship Id="rId38" Type="http://schemas.openxmlformats.org/officeDocument/2006/relationships/slideLayout" Target="../slideLayouts/slideLayout87.xml"/><Relationship Id="rId46" Type="http://schemas.openxmlformats.org/officeDocument/2006/relationships/slideLayout" Target="../slideLayouts/slideLayout95.xml"/><Relationship Id="rId20" Type="http://schemas.openxmlformats.org/officeDocument/2006/relationships/slideLayout" Target="../slideLayouts/slideLayout69.xml"/><Relationship Id="rId41" Type="http://schemas.openxmlformats.org/officeDocument/2006/relationships/slideLayout" Target="../slideLayouts/slideLayout90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ID" hidden="1">
            <a:extLst>
              <a:ext uri="{FF2B5EF4-FFF2-40B4-BE49-F238E27FC236}">
                <a16:creationId xmlns:a16="http://schemas.microsoft.com/office/drawing/2014/main" id="{A27D0679-8D96-1186-A961-BDC17B525A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971" y="388938"/>
            <a:ext cx="11369040" cy="6067248"/>
          </a:xfrm>
          <a:prstGeom prst="rect">
            <a:avLst/>
          </a:prstGeom>
        </p:spPr>
      </p:pic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407988" y="1628800"/>
            <a:ext cx="11369040" cy="48290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Enter </a:t>
            </a:r>
            <a:r>
              <a:rPr lang="fr-FR" err="1"/>
              <a:t>your</a:t>
            </a:r>
            <a:r>
              <a:rPr lang="fr-FR"/>
              <a:t> contents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en-US"/>
          </a:p>
        </p:txBody>
      </p:sp>
      <p:grpSp>
        <p:nvGrpSpPr>
          <p:cNvPr id="31" name="Groupe 1">
            <a:extLst>
              <a:ext uri="{FF2B5EF4-FFF2-40B4-BE49-F238E27FC236}">
                <a16:creationId xmlns:a16="http://schemas.microsoft.com/office/drawing/2014/main" id="{F31688C0-3AAB-457C-86FA-4177A059CF79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0DF4B7FE-AA65-4E55-B964-75A3DEE12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08DB13D7-F3B3-4CCC-9572-7C835EA66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28F27D4-FFE2-4FAB-BA1B-9D013846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20" name="Stickerbox" hidden="1">
            <a:extLst>
              <a:ext uri="{FF2B5EF4-FFF2-40B4-BE49-F238E27FC236}">
                <a16:creationId xmlns:a16="http://schemas.microsoft.com/office/drawing/2014/main" id="{D03A9799-ACDC-4925-8EE1-5C65CCCBD0F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0979205" y="1068490"/>
            <a:ext cx="804808" cy="402775"/>
          </a:xfrm>
          <a:prstGeom prst="rect">
            <a:avLst/>
          </a:prstGeom>
          <a:solidFill>
            <a:schemeClr val="accent2"/>
          </a:solidFill>
          <a:ln w="10795">
            <a:noFill/>
            <a:round/>
            <a:headEnd/>
            <a:tailEnd/>
          </a:ln>
          <a:effectLst/>
        </p:spPr>
        <p:txBody>
          <a:bodyPr vert="horz" wrap="none" lIns="108000" tIns="108000" rIns="108000" bIns="1080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Sticker</a:t>
            </a:r>
          </a:p>
        </p:txBody>
      </p:sp>
      <p:sp>
        <p:nvSpPr>
          <p:cNvPr id="22" name="CapgeminiBox" hidden="1">
            <a:extLst>
              <a:ext uri="{FF2B5EF4-FFF2-40B4-BE49-F238E27FC236}">
                <a16:creationId xmlns:a16="http://schemas.microsoft.com/office/drawing/2014/main" id="{7C293A1E-B461-4AFE-976D-6EE38B2AFEB4}"/>
              </a:ext>
            </a:extLst>
          </p:cNvPr>
          <p:cNvSpPr txBox="1">
            <a:spLocks/>
          </p:cNvSpPr>
          <p:nvPr userDrawn="1"/>
        </p:nvSpPr>
        <p:spPr>
          <a:xfrm>
            <a:off x="9592" y="0"/>
            <a:ext cx="1837661" cy="260350"/>
          </a:xfrm>
          <a:prstGeom prst="rect">
            <a:avLst/>
          </a:prstGeom>
        </p:spPr>
        <p:txBody>
          <a:bodyPr vert="horz" lIns="0" tIns="0" rIns="1800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Capgemini v10.0</a:t>
            </a:r>
          </a:p>
        </p:txBody>
      </p:sp>
      <p:sp>
        <p:nvSpPr>
          <p:cNvPr id="29" name="FootnoteAndSource" hidden="1">
            <a:extLst>
              <a:ext uri="{FF2B5EF4-FFF2-40B4-BE49-F238E27FC236}">
                <a16:creationId xmlns:a16="http://schemas.microsoft.com/office/drawing/2014/main" id="{96E9BC24-418C-4CE4-8E81-3AF9AB04DEAA}"/>
              </a:ext>
            </a:extLst>
          </p:cNvPr>
          <p:cNvSpPr txBox="1"/>
          <p:nvPr userDrawn="1"/>
        </p:nvSpPr>
        <p:spPr>
          <a:xfrm>
            <a:off x="398738" y="6304130"/>
            <a:ext cx="11340000" cy="162096"/>
          </a:xfrm>
          <a:prstGeom prst="rect">
            <a:avLst/>
          </a:prstGeom>
          <a:noFill/>
        </p:spPr>
        <p:txBody>
          <a:bodyPr vert="horz" wrap="square" lIns="0" tIns="25400" rIns="0" bIns="25400" rtlCol="0" anchor="b" anchorCtr="0">
            <a:spAutoFit/>
          </a:bodyPr>
          <a:lstStyle>
            <a:defPPr>
              <a:defRPr lang="pt-PT"/>
            </a:defPPr>
            <a:lvl1pPr marL="429768" indent="-429768">
              <a:lnSpc>
                <a:spcPct val="90000"/>
              </a:lnSpc>
              <a:tabLst>
                <a:tab pos="347472" algn="r"/>
              </a:tabLst>
              <a:defRPr sz="800"/>
            </a:lvl1pPr>
          </a:lstStyle>
          <a:p>
            <a:pPr marL="429768" indent="-429768" defTabSz="914400">
              <a:lnSpc>
                <a:spcPct val="90000"/>
              </a:lnSpc>
              <a:tabLst>
                <a:tab pos="347472" algn="r"/>
              </a:tabLst>
            </a:pPr>
            <a:r>
              <a:rPr lang="de-DE" sz="800"/>
              <a:t>	Source:	Source Text</a:t>
            </a: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62086BA9-1591-C6CD-E573-A5F8961683B1}"/>
              </a:ext>
            </a:extLst>
          </p:cNvPr>
          <p:cNvSpPr/>
          <p:nvPr userDrawn="1"/>
        </p:nvSpPr>
        <p:spPr>
          <a:xfrm>
            <a:off x="406833" y="6517871"/>
            <a:ext cx="3410847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ker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Presentation Title  |  Author  |  Date</a:t>
            </a:r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C7A3A5DA-5BBD-64D1-6DE2-E0F6859C58F2}"/>
              </a:ext>
            </a:extLst>
          </p:cNvPr>
          <p:cNvSpPr/>
          <p:nvPr userDrawn="1"/>
        </p:nvSpPr>
        <p:spPr>
          <a:xfrm>
            <a:off x="7131820" y="6517871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Company Confidential © Capgemini 2024. All rights reserved  |</a:t>
            </a: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id="{5A64C6D2-B9B0-18AF-749A-15AAED7E4993}"/>
              </a:ext>
            </a:extLst>
          </p:cNvPr>
          <p:cNvSpPr/>
          <p:nvPr userDrawn="1"/>
        </p:nvSpPr>
        <p:spPr>
          <a:xfrm>
            <a:off x="1164887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chemeClr val="bg1">
                  <a:lumMod val="6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87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4" r:id="rId32"/>
    <p:sldLayoutId id="2147483705" r:id="rId33"/>
    <p:sldLayoutId id="2147483706" r:id="rId34"/>
    <p:sldLayoutId id="2147483707" r:id="rId35"/>
    <p:sldLayoutId id="2147483708" r:id="rId36"/>
    <p:sldLayoutId id="2147483709" r:id="rId37"/>
    <p:sldLayoutId id="2147483710" r:id="rId38"/>
    <p:sldLayoutId id="2147483711" r:id="rId39"/>
    <p:sldLayoutId id="2147483712" r:id="rId40"/>
    <p:sldLayoutId id="2147483713" r:id="rId41"/>
    <p:sldLayoutId id="2147483714" r:id="rId42"/>
    <p:sldLayoutId id="2147483715" r:id="rId43"/>
    <p:sldLayoutId id="2147483716" r:id="rId44"/>
    <p:sldLayoutId id="2147483717" r:id="rId45"/>
    <p:sldLayoutId id="2147483718" r:id="rId46"/>
    <p:sldLayoutId id="2147483719" r:id="rId47"/>
    <p:sldLayoutId id="2147483720" r:id="rId48"/>
    <p:sldLayoutId id="2147483721" r:id="rId49"/>
  </p:sldLayoutIdLst>
  <p:hf sldNum="0" hdr="0" ft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800" b="0" i="0" u="none" strike="noStrike" kern="1200" cap="none" spc="0" normalizeH="0" baseline="0" noProof="0" dirty="0">
          <a:ln>
            <a:noFill/>
          </a:ln>
          <a:solidFill>
            <a:schemeClr val="tx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Verdana" panose="020B0604030504040204" pitchFamily="34" charset="0"/>
        <a:buChar char="‒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0975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663">
          <p15:clr>
            <a:srgbClr val="F26B43"/>
          </p15:clr>
        </p15:guide>
        <p15:guide id="19" orient="horz" pos="4320">
          <p15:clr>
            <a:srgbClr val="F26B43"/>
          </p15:clr>
        </p15:guide>
        <p15:guide id="20" pos="257">
          <p15:clr>
            <a:srgbClr val="F26B43"/>
          </p15:clr>
        </p15:guide>
        <p15:guide id="21" pos="3840">
          <p15:clr>
            <a:srgbClr val="F26B43"/>
          </p15:clr>
        </p15:guide>
        <p15:guide id="22" pos="7423">
          <p15:clr>
            <a:srgbClr val="F26B43"/>
          </p15:clr>
        </p15:guide>
        <p15:guide id="23" orient="horz" pos="255">
          <p15:clr>
            <a:srgbClr val="F26B43"/>
          </p15:clr>
        </p15:guide>
        <p15:guide id="24" orient="horz" pos="1026">
          <p15:clr>
            <a:srgbClr val="F26B43"/>
          </p15:clr>
        </p15:guide>
        <p15:guide id="26" orient="horz" pos="4065">
          <p15:clr>
            <a:srgbClr val="F26B43"/>
          </p15:clr>
        </p15:guide>
        <p15:guide id="27" orient="horz" pos="89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ID" hidden="1">
            <a:extLst>
              <a:ext uri="{FF2B5EF4-FFF2-40B4-BE49-F238E27FC236}">
                <a16:creationId xmlns:a16="http://schemas.microsoft.com/office/drawing/2014/main" id="{A27D0679-8D96-1186-A961-BDC17B525A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971" y="388938"/>
            <a:ext cx="11369040" cy="6067248"/>
          </a:xfrm>
          <a:prstGeom prst="rect">
            <a:avLst/>
          </a:prstGeom>
        </p:spPr>
      </p:pic>
      <p:sp>
        <p:nvSpPr>
          <p:cNvPr id="4" name="Text Placeholder 1"/>
          <p:cNvSpPr>
            <a:spLocks noGrp="1"/>
          </p:cNvSpPr>
          <p:nvPr>
            <p:ph type="body" idx="1"/>
          </p:nvPr>
        </p:nvSpPr>
        <p:spPr>
          <a:xfrm>
            <a:off x="407988" y="1628800"/>
            <a:ext cx="11369040" cy="482908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Enter </a:t>
            </a:r>
            <a:r>
              <a:rPr lang="fr-FR" err="1"/>
              <a:t>your</a:t>
            </a:r>
            <a:r>
              <a:rPr lang="fr-FR"/>
              <a:t> contents</a:t>
            </a:r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3"/>
            <a:r>
              <a:rPr lang="fr-FR" err="1"/>
              <a:t>Fourth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  <a:p>
            <a:pPr lvl="4"/>
            <a:r>
              <a:rPr lang="fr-FR" err="1"/>
              <a:t>Fifth</a:t>
            </a:r>
            <a:r>
              <a:rPr lang="fr-FR"/>
              <a:t> </a:t>
            </a:r>
            <a:r>
              <a:rPr lang="fr-FR" err="1"/>
              <a:t>level</a:t>
            </a:r>
            <a:endParaRPr lang="en-US"/>
          </a:p>
        </p:txBody>
      </p:sp>
      <p:grpSp>
        <p:nvGrpSpPr>
          <p:cNvPr id="31" name="Groupe 1">
            <a:extLst>
              <a:ext uri="{FF2B5EF4-FFF2-40B4-BE49-F238E27FC236}">
                <a16:creationId xmlns:a16="http://schemas.microsoft.com/office/drawing/2014/main" id="{F31688C0-3AAB-457C-86FA-4177A059CF79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0DF4B7FE-AA65-4E55-B964-75A3DEE12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08DB13D7-F3B3-4CCC-9572-7C835EA66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D28F27D4-FFE2-4FAB-BA1B-9D013846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71" y="260350"/>
            <a:ext cx="11008413" cy="79216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20" name="Stickerbox" hidden="1">
            <a:extLst>
              <a:ext uri="{FF2B5EF4-FFF2-40B4-BE49-F238E27FC236}">
                <a16:creationId xmlns:a16="http://schemas.microsoft.com/office/drawing/2014/main" id="{D03A9799-ACDC-4925-8EE1-5C65CCCBD0F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0979205" y="1068490"/>
            <a:ext cx="804808" cy="402775"/>
          </a:xfrm>
          <a:prstGeom prst="rect">
            <a:avLst/>
          </a:prstGeom>
          <a:solidFill>
            <a:schemeClr val="accent2"/>
          </a:solidFill>
          <a:ln w="10795">
            <a:noFill/>
            <a:round/>
            <a:headEnd/>
            <a:tailEnd/>
          </a:ln>
          <a:effectLst/>
        </p:spPr>
        <p:txBody>
          <a:bodyPr vert="horz" wrap="none" lIns="108000" tIns="108000" rIns="108000" bIns="108000" anchor="ctr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all" spc="0" normalizeH="0" baseline="0" noProof="0">
                <a:ln>
                  <a:noFill/>
                </a:ln>
                <a:solidFill>
                  <a:srgbClr val="FFFFFF">
                    <a:lumMod val="100000"/>
                  </a:srgbClr>
                </a:solidFill>
                <a:effectLst/>
                <a:uLnTx/>
                <a:uFillTx/>
                <a:latin typeface="Ubuntu"/>
                <a:ea typeface="+mn-ea"/>
                <a:cs typeface="+mn-cs"/>
              </a:rPr>
              <a:t>Sticker</a:t>
            </a:r>
          </a:p>
        </p:txBody>
      </p:sp>
      <p:sp>
        <p:nvSpPr>
          <p:cNvPr id="22" name="CapgeminiBox" hidden="1">
            <a:extLst>
              <a:ext uri="{FF2B5EF4-FFF2-40B4-BE49-F238E27FC236}">
                <a16:creationId xmlns:a16="http://schemas.microsoft.com/office/drawing/2014/main" id="{7C293A1E-B461-4AFE-976D-6EE38B2AFEB4}"/>
              </a:ext>
            </a:extLst>
          </p:cNvPr>
          <p:cNvSpPr txBox="1">
            <a:spLocks/>
          </p:cNvSpPr>
          <p:nvPr userDrawn="1"/>
        </p:nvSpPr>
        <p:spPr>
          <a:xfrm>
            <a:off x="9592" y="0"/>
            <a:ext cx="1837661" cy="260350"/>
          </a:xfrm>
          <a:prstGeom prst="rect">
            <a:avLst/>
          </a:prstGeom>
        </p:spPr>
        <p:txBody>
          <a:bodyPr vert="horz" lIns="0" tIns="0" rIns="1800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750" indent="-180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Verdana" panose="020B0604030504040204" pitchFamily="34" charset="0"/>
              <a:buChar char="‒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91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Capgemini v10.0</a:t>
            </a:r>
          </a:p>
        </p:txBody>
      </p:sp>
      <p:sp>
        <p:nvSpPr>
          <p:cNvPr id="29" name="FootnoteAndSource" hidden="1">
            <a:extLst>
              <a:ext uri="{FF2B5EF4-FFF2-40B4-BE49-F238E27FC236}">
                <a16:creationId xmlns:a16="http://schemas.microsoft.com/office/drawing/2014/main" id="{96E9BC24-418C-4CE4-8E81-3AF9AB04DEAA}"/>
              </a:ext>
            </a:extLst>
          </p:cNvPr>
          <p:cNvSpPr txBox="1"/>
          <p:nvPr userDrawn="1"/>
        </p:nvSpPr>
        <p:spPr>
          <a:xfrm>
            <a:off x="398738" y="6304130"/>
            <a:ext cx="11340000" cy="162096"/>
          </a:xfrm>
          <a:prstGeom prst="rect">
            <a:avLst/>
          </a:prstGeom>
          <a:noFill/>
        </p:spPr>
        <p:txBody>
          <a:bodyPr vert="horz" wrap="square" lIns="0" tIns="25400" rIns="0" bIns="25400" rtlCol="0" anchor="b" anchorCtr="0">
            <a:spAutoFit/>
          </a:bodyPr>
          <a:lstStyle>
            <a:defPPr>
              <a:defRPr lang="pt-PT"/>
            </a:defPPr>
            <a:lvl1pPr marL="429768" indent="-429768">
              <a:lnSpc>
                <a:spcPct val="90000"/>
              </a:lnSpc>
              <a:tabLst>
                <a:tab pos="347472" algn="r"/>
              </a:tabLst>
              <a:defRPr sz="800"/>
            </a:lvl1pPr>
          </a:lstStyle>
          <a:p>
            <a:pPr marL="429768" indent="-429768" defTabSz="914400">
              <a:lnSpc>
                <a:spcPct val="90000"/>
              </a:lnSpc>
              <a:tabLst>
                <a:tab pos="347472" algn="r"/>
              </a:tabLst>
            </a:pPr>
            <a:r>
              <a:rPr lang="de-DE" sz="800"/>
              <a:t>	Source:	Source Text</a:t>
            </a:r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C7A3A5DA-5BBD-64D1-6DE2-E0F6859C58F2}"/>
              </a:ext>
            </a:extLst>
          </p:cNvPr>
          <p:cNvSpPr/>
          <p:nvPr userDrawn="1"/>
        </p:nvSpPr>
        <p:spPr>
          <a:xfrm>
            <a:off x="7131820" y="6517871"/>
            <a:ext cx="4532162" cy="219456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t>Company Confidential © Capgemini 2024. All rights reserved  |</a:t>
            </a: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id="{5A64C6D2-B9B0-18AF-749A-15AAED7E4993}"/>
              </a:ext>
            </a:extLst>
          </p:cNvPr>
          <p:cNvSpPr/>
          <p:nvPr userDrawn="1"/>
        </p:nvSpPr>
        <p:spPr>
          <a:xfrm>
            <a:off x="11648878" y="6517658"/>
            <a:ext cx="229263" cy="215444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/>
            <a:fld id="{0502E5A9-B53C-401E-A0E0-4A359BB0A9E5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+mn-lt"/>
                <a:cs typeface="Arial" panose="020B0604020202020204" pitchFamily="34" charset="0"/>
              </a:rPr>
              <a:pPr algn="r"/>
              <a:t>‹#›</a:t>
            </a:fld>
            <a:endParaRPr lang="en-US" sz="800">
              <a:solidFill>
                <a:schemeClr val="bg1">
                  <a:lumMod val="6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197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  <p:sldLayoutId id="2147483752" r:id="rId30"/>
    <p:sldLayoutId id="2147483753" r:id="rId31"/>
    <p:sldLayoutId id="2147483754" r:id="rId32"/>
    <p:sldLayoutId id="2147483755" r:id="rId33"/>
    <p:sldLayoutId id="2147483756" r:id="rId34"/>
    <p:sldLayoutId id="2147483757" r:id="rId35"/>
    <p:sldLayoutId id="2147483758" r:id="rId36"/>
    <p:sldLayoutId id="2147483759" r:id="rId37"/>
    <p:sldLayoutId id="2147483760" r:id="rId38"/>
    <p:sldLayoutId id="2147483761" r:id="rId39"/>
    <p:sldLayoutId id="2147483762" r:id="rId40"/>
    <p:sldLayoutId id="2147483763" r:id="rId41"/>
    <p:sldLayoutId id="2147483764" r:id="rId42"/>
    <p:sldLayoutId id="2147483765" r:id="rId43"/>
    <p:sldLayoutId id="2147483766" r:id="rId44"/>
    <p:sldLayoutId id="2147483767" r:id="rId45"/>
    <p:sldLayoutId id="2147483768" r:id="rId46"/>
    <p:sldLayoutId id="2147483769" r:id="rId47"/>
  </p:sldLayoutIdLst>
  <p:hf sldNum="0" hdr="0" ftr="0" dt="0"/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800" b="0" i="0" u="none" strike="noStrike" kern="1200" cap="none" spc="0" normalizeH="0" baseline="0" noProof="0" dirty="0">
          <a:ln>
            <a:noFill/>
          </a:ln>
          <a:solidFill>
            <a:schemeClr val="tx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0000" algn="l" defTabSz="914400" rtl="0" eaLnBrk="1" latinLnBrk="0" hangingPunct="1">
        <a:lnSpc>
          <a:spcPct val="100000"/>
        </a:lnSpc>
        <a:spcBef>
          <a:spcPts val="600"/>
        </a:spcBef>
        <a:buClrTx/>
        <a:buFont typeface="Verdana" panose="020B0604030504040204" pitchFamily="34" charset="0"/>
        <a:buChar char="‒"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0975" algn="l" defTabSz="914400" rtl="0" eaLnBrk="1" latinLnBrk="0" hangingPunct="1">
        <a:lnSpc>
          <a:spcPct val="100000"/>
        </a:lnSpc>
        <a:spcBef>
          <a:spcPts val="600"/>
        </a:spcBef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8" orient="horz" pos="663">
          <p15:clr>
            <a:srgbClr val="F26B43"/>
          </p15:clr>
        </p15:guide>
        <p15:guide id="19" orient="horz" pos="4320">
          <p15:clr>
            <a:srgbClr val="F26B43"/>
          </p15:clr>
        </p15:guide>
        <p15:guide id="20" pos="257">
          <p15:clr>
            <a:srgbClr val="F26B43"/>
          </p15:clr>
        </p15:guide>
        <p15:guide id="21" pos="3840">
          <p15:clr>
            <a:srgbClr val="F26B43"/>
          </p15:clr>
        </p15:guide>
        <p15:guide id="22" pos="7423">
          <p15:clr>
            <a:srgbClr val="F26B43"/>
          </p15:clr>
        </p15:guide>
        <p15:guide id="23" orient="horz" pos="255">
          <p15:clr>
            <a:srgbClr val="F26B43"/>
          </p15:clr>
        </p15:guide>
        <p15:guide id="24" orient="horz" pos="1026">
          <p15:clr>
            <a:srgbClr val="F26B43"/>
          </p15:clr>
        </p15:guide>
        <p15:guide id="26" orient="horz" pos="4065">
          <p15:clr>
            <a:srgbClr val="F26B43"/>
          </p15:clr>
        </p15:guide>
        <p15:guide id="27" orient="horz" pos="89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person's eye">
            <a:extLst>
              <a:ext uri="{FF2B5EF4-FFF2-40B4-BE49-F238E27FC236}">
                <a16:creationId xmlns:a16="http://schemas.microsoft.com/office/drawing/2014/main" id="{D666B677-1F70-A9DA-76C5-6EEB94CBCAA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23" b="1182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7B76C8D-47BB-8EF6-E421-F03820FCA273}"/>
              </a:ext>
            </a:extLst>
          </p:cNvPr>
          <p:cNvSpPr/>
          <p:nvPr/>
        </p:nvSpPr>
        <p:spPr>
          <a:xfrm>
            <a:off x="0" y="9832"/>
            <a:ext cx="12192001" cy="6858000"/>
          </a:xfrm>
          <a:prstGeom prst="rect">
            <a:avLst/>
          </a:prstGeom>
          <a:gradFill>
            <a:gsLst>
              <a:gs pos="33000">
                <a:srgbClr val="121319">
                  <a:alpha val="0"/>
                </a:srgbClr>
              </a:gs>
              <a:gs pos="0">
                <a:schemeClr val="tx1">
                  <a:alpha val="29000"/>
                </a:schemeClr>
              </a:gs>
              <a:gs pos="96000">
                <a:srgbClr val="272936">
                  <a:alpha val="62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09EF106-62EE-2BA8-7B5B-C03F8F0B43DE}"/>
              </a:ext>
            </a:extLst>
          </p:cNvPr>
          <p:cNvGrpSpPr>
            <a:grpSpLocks noChangeAspect="1"/>
          </p:cNvGrpSpPr>
          <p:nvPr/>
        </p:nvGrpSpPr>
        <p:grpSpPr>
          <a:xfrm>
            <a:off x="9422553" y="611981"/>
            <a:ext cx="2267018" cy="509586"/>
            <a:chOff x="9550400" y="612775"/>
            <a:chExt cx="2231297" cy="501650"/>
          </a:xfrm>
          <a:solidFill>
            <a:schemeClr val="bg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5AB8AE9-73A4-4BA6-50FA-AD8E456DCDB5}"/>
                </a:ext>
              </a:extLst>
            </p:cNvPr>
            <p:cNvSpPr/>
            <p:nvPr/>
          </p:nvSpPr>
          <p:spPr>
            <a:xfrm>
              <a:off x="11517270" y="764033"/>
              <a:ext cx="261161" cy="212194"/>
            </a:xfrm>
            <a:custGeom>
              <a:avLst/>
              <a:gdLst>
                <a:gd name="connsiteX0" fmla="*/ 304324 w 457200"/>
                <a:gd name="connsiteY0" fmla="*/ 261461 h 371475"/>
                <a:gd name="connsiteX1" fmla="*/ 456724 w 457200"/>
                <a:gd name="connsiteY1" fmla="*/ 110014 h 371475"/>
                <a:gd name="connsiteX2" fmla="*/ 344329 w 457200"/>
                <a:gd name="connsiteY2" fmla="*/ 7144 h 371475"/>
                <a:gd name="connsiteX3" fmla="*/ 125254 w 457200"/>
                <a:gd name="connsiteY3" fmla="*/ 241459 h 371475"/>
                <a:gd name="connsiteX4" fmla="*/ 7144 w 457200"/>
                <a:gd name="connsiteY4" fmla="*/ 348139 h 371475"/>
                <a:gd name="connsiteX5" fmla="*/ 96679 w 457200"/>
                <a:gd name="connsiteY5" fmla="*/ 372904 h 371475"/>
                <a:gd name="connsiteX6" fmla="*/ 306229 w 457200"/>
                <a:gd name="connsiteY6" fmla="*/ 304324 h 371475"/>
                <a:gd name="connsiteX7" fmla="*/ 200501 w 457200"/>
                <a:gd name="connsiteY7" fmla="*/ 210026 h 371475"/>
                <a:gd name="connsiteX8" fmla="*/ 304324 w 457200"/>
                <a:gd name="connsiteY8" fmla="*/ 26146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371475">
                  <a:moveTo>
                    <a:pt x="304324" y="261461"/>
                  </a:moveTo>
                  <a:cubicBezTo>
                    <a:pt x="390049" y="261461"/>
                    <a:pt x="455771" y="191929"/>
                    <a:pt x="456724" y="110014"/>
                  </a:cubicBezTo>
                  <a:cubicBezTo>
                    <a:pt x="451009" y="73819"/>
                    <a:pt x="438626" y="7144"/>
                    <a:pt x="344329" y="7144"/>
                  </a:cubicBezTo>
                  <a:cubicBezTo>
                    <a:pt x="242411" y="7144"/>
                    <a:pt x="208121" y="150019"/>
                    <a:pt x="125254" y="241459"/>
                  </a:cubicBezTo>
                  <a:cubicBezTo>
                    <a:pt x="118586" y="293846"/>
                    <a:pt x="69056" y="340519"/>
                    <a:pt x="7144" y="348139"/>
                  </a:cubicBezTo>
                  <a:cubicBezTo>
                    <a:pt x="22384" y="364331"/>
                    <a:pt x="55721" y="372904"/>
                    <a:pt x="96679" y="372904"/>
                  </a:cubicBezTo>
                  <a:cubicBezTo>
                    <a:pt x="170021" y="372904"/>
                    <a:pt x="259556" y="350996"/>
                    <a:pt x="306229" y="304324"/>
                  </a:cubicBezTo>
                  <a:cubicBezTo>
                    <a:pt x="244316" y="305276"/>
                    <a:pt x="204311" y="265271"/>
                    <a:pt x="200501" y="210026"/>
                  </a:cubicBezTo>
                  <a:cubicBezTo>
                    <a:pt x="230029" y="247174"/>
                    <a:pt x="264319" y="261461"/>
                    <a:pt x="304324" y="2614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4D35C33-A153-3E36-0667-4BBA4DC6778A}"/>
                </a:ext>
              </a:extLst>
            </p:cNvPr>
            <p:cNvSpPr/>
            <p:nvPr/>
          </p:nvSpPr>
          <p:spPr>
            <a:xfrm>
              <a:off x="9550400" y="619305"/>
              <a:ext cx="1811806" cy="495120"/>
            </a:xfrm>
            <a:custGeom>
              <a:avLst/>
              <a:gdLst>
                <a:gd name="connsiteX0" fmla="*/ 3092291 w 3171825"/>
                <a:gd name="connsiteY0" fmla="*/ 287179 h 866775"/>
                <a:gd name="connsiteX1" fmla="*/ 3059907 w 3171825"/>
                <a:gd name="connsiteY1" fmla="*/ 211931 h 866775"/>
                <a:gd name="connsiteX2" fmla="*/ 3027521 w 3171825"/>
                <a:gd name="connsiteY2" fmla="*/ 218599 h 866775"/>
                <a:gd name="connsiteX3" fmla="*/ 2960846 w 3171825"/>
                <a:gd name="connsiteY3" fmla="*/ 507206 h 866775"/>
                <a:gd name="connsiteX4" fmla="*/ 2816066 w 3171825"/>
                <a:gd name="connsiteY4" fmla="*/ 178594 h 866775"/>
                <a:gd name="connsiteX5" fmla="*/ 2679859 w 3171825"/>
                <a:gd name="connsiteY5" fmla="*/ 440531 h 866775"/>
                <a:gd name="connsiteX6" fmla="*/ 2670334 w 3171825"/>
                <a:gd name="connsiteY6" fmla="*/ 319564 h 866775"/>
                <a:gd name="connsiteX7" fmla="*/ 2677001 w 3171825"/>
                <a:gd name="connsiteY7" fmla="*/ 254794 h 866775"/>
                <a:gd name="connsiteX8" fmla="*/ 2611279 w 3171825"/>
                <a:gd name="connsiteY8" fmla="*/ 209074 h 866775"/>
                <a:gd name="connsiteX9" fmla="*/ 2533174 w 3171825"/>
                <a:gd name="connsiteY9" fmla="*/ 510064 h 866775"/>
                <a:gd name="connsiteX10" fmla="*/ 2470309 w 3171825"/>
                <a:gd name="connsiteY10" fmla="*/ 292894 h 866775"/>
                <a:gd name="connsiteX11" fmla="*/ 2405539 w 3171825"/>
                <a:gd name="connsiteY11" fmla="*/ 208121 h 866775"/>
                <a:gd name="connsiteX12" fmla="*/ 2325529 w 3171825"/>
                <a:gd name="connsiteY12" fmla="*/ 494824 h 866775"/>
                <a:gd name="connsiteX13" fmla="*/ 2206466 w 3171825"/>
                <a:gd name="connsiteY13" fmla="*/ 211931 h 866775"/>
                <a:gd name="connsiteX14" fmla="*/ 2087404 w 3171825"/>
                <a:gd name="connsiteY14" fmla="*/ 479584 h 866775"/>
                <a:gd name="connsiteX15" fmla="*/ 1983581 w 3171825"/>
                <a:gd name="connsiteY15" fmla="*/ 178594 h 866775"/>
                <a:gd name="connsiteX16" fmla="*/ 1877854 w 3171825"/>
                <a:gd name="connsiteY16" fmla="*/ 391954 h 866775"/>
                <a:gd name="connsiteX17" fmla="*/ 1867376 w 3171825"/>
                <a:gd name="connsiteY17" fmla="*/ 390049 h 866775"/>
                <a:gd name="connsiteX18" fmla="*/ 1866424 w 3171825"/>
                <a:gd name="connsiteY18" fmla="*/ 327184 h 866775"/>
                <a:gd name="connsiteX19" fmla="*/ 1807369 w 3171825"/>
                <a:gd name="connsiteY19" fmla="*/ 202406 h 866775"/>
                <a:gd name="connsiteX20" fmla="*/ 1654969 w 3171825"/>
                <a:gd name="connsiteY20" fmla="*/ 512921 h 866775"/>
                <a:gd name="connsiteX21" fmla="*/ 1592104 w 3171825"/>
                <a:gd name="connsiteY21" fmla="*/ 483394 h 866775"/>
                <a:gd name="connsiteX22" fmla="*/ 1719739 w 3171825"/>
                <a:gd name="connsiteY22" fmla="*/ 306229 h 866775"/>
                <a:gd name="connsiteX23" fmla="*/ 1619726 w 3171825"/>
                <a:gd name="connsiteY23" fmla="*/ 202406 h 866775"/>
                <a:gd name="connsiteX24" fmla="*/ 1483519 w 3171825"/>
                <a:gd name="connsiteY24" fmla="*/ 369094 h 866775"/>
                <a:gd name="connsiteX25" fmla="*/ 1503521 w 3171825"/>
                <a:gd name="connsiteY25" fmla="*/ 473869 h 866775"/>
                <a:gd name="connsiteX26" fmla="*/ 1418749 w 3171825"/>
                <a:gd name="connsiteY26" fmla="*/ 512921 h 866775"/>
                <a:gd name="connsiteX27" fmla="*/ 1400651 w 3171825"/>
                <a:gd name="connsiteY27" fmla="*/ 274796 h 866775"/>
                <a:gd name="connsiteX28" fmla="*/ 1336834 w 3171825"/>
                <a:gd name="connsiteY28" fmla="*/ 326231 h 866775"/>
                <a:gd name="connsiteX29" fmla="*/ 1262539 w 3171825"/>
                <a:gd name="connsiteY29" fmla="*/ 479584 h 866775"/>
                <a:gd name="connsiteX30" fmla="*/ 1223486 w 3171825"/>
                <a:gd name="connsiteY30" fmla="*/ 421481 h 866775"/>
                <a:gd name="connsiteX31" fmla="*/ 1402556 w 3171825"/>
                <a:gd name="connsiteY31" fmla="*/ 250031 h 866775"/>
                <a:gd name="connsiteX32" fmla="*/ 1343501 w 3171825"/>
                <a:gd name="connsiteY32" fmla="*/ 192881 h 866775"/>
                <a:gd name="connsiteX33" fmla="*/ 1181576 w 3171825"/>
                <a:gd name="connsiteY33" fmla="*/ 290989 h 866775"/>
                <a:gd name="connsiteX34" fmla="*/ 1086326 w 3171825"/>
                <a:gd name="connsiteY34" fmla="*/ 385286 h 866775"/>
                <a:gd name="connsiteX35" fmla="*/ 1088231 w 3171825"/>
                <a:gd name="connsiteY35" fmla="*/ 358616 h 866775"/>
                <a:gd name="connsiteX36" fmla="*/ 974884 w 3171825"/>
                <a:gd name="connsiteY36" fmla="*/ 204311 h 866775"/>
                <a:gd name="connsiteX37" fmla="*/ 883444 w 3171825"/>
                <a:gd name="connsiteY37" fmla="*/ 273844 h 866775"/>
                <a:gd name="connsiteX38" fmla="*/ 846296 w 3171825"/>
                <a:gd name="connsiteY38" fmla="*/ 213836 h 866775"/>
                <a:gd name="connsiteX39" fmla="*/ 805339 w 3171825"/>
                <a:gd name="connsiteY39" fmla="*/ 224314 h 866775"/>
                <a:gd name="connsiteX40" fmla="*/ 814864 w 3171825"/>
                <a:gd name="connsiteY40" fmla="*/ 334804 h 866775"/>
                <a:gd name="connsiteX41" fmla="*/ 742474 w 3171825"/>
                <a:gd name="connsiteY41" fmla="*/ 520541 h 866775"/>
                <a:gd name="connsiteX42" fmla="*/ 691991 w 3171825"/>
                <a:gd name="connsiteY42" fmla="*/ 309086 h 866775"/>
                <a:gd name="connsiteX43" fmla="*/ 671989 w 3171825"/>
                <a:gd name="connsiteY43" fmla="*/ 305276 h 866775"/>
                <a:gd name="connsiteX44" fmla="*/ 621506 w 3171825"/>
                <a:gd name="connsiteY44" fmla="*/ 399574 h 866775"/>
                <a:gd name="connsiteX45" fmla="*/ 539591 w 3171825"/>
                <a:gd name="connsiteY45" fmla="*/ 512921 h 866775"/>
                <a:gd name="connsiteX46" fmla="*/ 495776 w 3171825"/>
                <a:gd name="connsiteY46" fmla="*/ 443389 h 866775"/>
                <a:gd name="connsiteX47" fmla="*/ 685324 w 3171825"/>
                <a:gd name="connsiteY47" fmla="*/ 278606 h 866775"/>
                <a:gd name="connsiteX48" fmla="*/ 627221 w 3171825"/>
                <a:gd name="connsiteY48" fmla="*/ 214789 h 866775"/>
                <a:gd name="connsiteX49" fmla="*/ 437674 w 3171825"/>
                <a:gd name="connsiteY49" fmla="*/ 355759 h 866775"/>
                <a:gd name="connsiteX50" fmla="*/ 237649 w 3171825"/>
                <a:gd name="connsiteY50" fmla="*/ 529114 h 866775"/>
                <a:gd name="connsiteX51" fmla="*/ 97631 w 3171825"/>
                <a:gd name="connsiteY51" fmla="*/ 313849 h 866775"/>
                <a:gd name="connsiteX52" fmla="*/ 261461 w 3171825"/>
                <a:gd name="connsiteY52" fmla="*/ 69056 h 866775"/>
                <a:gd name="connsiteX53" fmla="*/ 329089 w 3171825"/>
                <a:gd name="connsiteY53" fmla="*/ 181451 h 866775"/>
                <a:gd name="connsiteX54" fmla="*/ 410051 w 3171825"/>
                <a:gd name="connsiteY54" fmla="*/ 121444 h 866775"/>
                <a:gd name="connsiteX55" fmla="*/ 265271 w 3171825"/>
                <a:gd name="connsiteY55" fmla="*/ 7144 h 866775"/>
                <a:gd name="connsiteX56" fmla="*/ 7144 w 3171825"/>
                <a:gd name="connsiteY56" fmla="*/ 324326 h 866775"/>
                <a:gd name="connsiteX57" fmla="*/ 220504 w 3171825"/>
                <a:gd name="connsiteY57" fmla="*/ 601504 h 866775"/>
                <a:gd name="connsiteX58" fmla="*/ 425291 w 3171825"/>
                <a:gd name="connsiteY58" fmla="*/ 472916 h 866775"/>
                <a:gd name="connsiteX59" fmla="*/ 525304 w 3171825"/>
                <a:gd name="connsiteY59" fmla="*/ 576739 h 866775"/>
                <a:gd name="connsiteX60" fmla="*/ 646271 w 3171825"/>
                <a:gd name="connsiteY60" fmla="*/ 485299 h 866775"/>
                <a:gd name="connsiteX61" fmla="*/ 734854 w 3171825"/>
                <a:gd name="connsiteY61" fmla="*/ 576739 h 866775"/>
                <a:gd name="connsiteX62" fmla="*/ 812959 w 3171825"/>
                <a:gd name="connsiteY62" fmla="*/ 532924 h 866775"/>
                <a:gd name="connsiteX63" fmla="*/ 904399 w 3171825"/>
                <a:gd name="connsiteY63" fmla="*/ 810101 h 866775"/>
                <a:gd name="connsiteX64" fmla="*/ 882491 w 3171825"/>
                <a:gd name="connsiteY64" fmla="*/ 577691 h 866775"/>
                <a:gd name="connsiteX65" fmla="*/ 969169 w 3171825"/>
                <a:gd name="connsiteY65" fmla="*/ 267176 h 866775"/>
                <a:gd name="connsiteX66" fmla="*/ 1015841 w 3171825"/>
                <a:gd name="connsiteY66" fmla="*/ 359569 h 866775"/>
                <a:gd name="connsiteX67" fmla="*/ 1007269 w 3171825"/>
                <a:gd name="connsiteY67" fmla="*/ 440531 h 866775"/>
                <a:gd name="connsiteX68" fmla="*/ 900589 w 3171825"/>
                <a:gd name="connsiteY68" fmla="*/ 545306 h 866775"/>
                <a:gd name="connsiteX69" fmla="*/ 941546 w 3171825"/>
                <a:gd name="connsiteY69" fmla="*/ 577691 h 866775"/>
                <a:gd name="connsiteX70" fmla="*/ 1072039 w 3171825"/>
                <a:gd name="connsiteY70" fmla="*/ 449104 h 866775"/>
                <a:gd name="connsiteX71" fmla="*/ 1150144 w 3171825"/>
                <a:gd name="connsiteY71" fmla="*/ 390049 h 866775"/>
                <a:gd name="connsiteX72" fmla="*/ 1149191 w 3171825"/>
                <a:gd name="connsiteY72" fmla="*/ 415766 h 866775"/>
                <a:gd name="connsiteX73" fmla="*/ 1244441 w 3171825"/>
                <a:gd name="connsiteY73" fmla="*/ 550069 h 866775"/>
                <a:gd name="connsiteX74" fmla="*/ 1349216 w 3171825"/>
                <a:gd name="connsiteY74" fmla="*/ 469106 h 866775"/>
                <a:gd name="connsiteX75" fmla="*/ 1352074 w 3171825"/>
                <a:gd name="connsiteY75" fmla="*/ 547211 h 866775"/>
                <a:gd name="connsiteX76" fmla="*/ 1155859 w 3171825"/>
                <a:gd name="connsiteY76" fmla="*/ 754856 h 866775"/>
                <a:gd name="connsiteX77" fmla="*/ 1259681 w 3171825"/>
                <a:gd name="connsiteY77" fmla="*/ 864394 h 866775"/>
                <a:gd name="connsiteX78" fmla="*/ 1419701 w 3171825"/>
                <a:gd name="connsiteY78" fmla="*/ 569119 h 866775"/>
                <a:gd name="connsiteX79" fmla="*/ 1529239 w 3171825"/>
                <a:gd name="connsiteY79" fmla="*/ 518636 h 866775"/>
                <a:gd name="connsiteX80" fmla="*/ 1640681 w 3171825"/>
                <a:gd name="connsiteY80" fmla="*/ 576739 h 866775"/>
                <a:gd name="connsiteX81" fmla="*/ 1813084 w 3171825"/>
                <a:gd name="connsiteY81" fmla="*/ 459581 h 866775"/>
                <a:gd name="connsiteX82" fmla="*/ 1868329 w 3171825"/>
                <a:gd name="connsiteY82" fmla="*/ 576739 h 866775"/>
                <a:gd name="connsiteX83" fmla="*/ 1980724 w 3171825"/>
                <a:gd name="connsiteY83" fmla="*/ 273844 h 866775"/>
                <a:gd name="connsiteX84" fmla="*/ 2074069 w 3171825"/>
                <a:gd name="connsiteY84" fmla="*/ 601504 h 866775"/>
                <a:gd name="connsiteX85" fmla="*/ 2198846 w 3171825"/>
                <a:gd name="connsiteY85" fmla="*/ 312896 h 866775"/>
                <a:gd name="connsiteX86" fmla="*/ 2307432 w 3171825"/>
                <a:gd name="connsiteY86" fmla="*/ 576739 h 866775"/>
                <a:gd name="connsiteX87" fmla="*/ 2412207 w 3171825"/>
                <a:gd name="connsiteY87" fmla="*/ 428149 h 866775"/>
                <a:gd name="connsiteX88" fmla="*/ 2521744 w 3171825"/>
                <a:gd name="connsiteY88" fmla="*/ 576739 h 866775"/>
                <a:gd name="connsiteX89" fmla="*/ 2618899 w 3171825"/>
                <a:gd name="connsiteY89" fmla="*/ 486251 h 866775"/>
                <a:gd name="connsiteX90" fmla="*/ 2670334 w 3171825"/>
                <a:gd name="connsiteY90" fmla="*/ 576739 h 866775"/>
                <a:gd name="connsiteX91" fmla="*/ 2803684 w 3171825"/>
                <a:gd name="connsiteY91" fmla="*/ 274796 h 866775"/>
                <a:gd name="connsiteX92" fmla="*/ 2947511 w 3171825"/>
                <a:gd name="connsiteY92" fmla="*/ 576739 h 866775"/>
                <a:gd name="connsiteX93" fmla="*/ 3040857 w 3171825"/>
                <a:gd name="connsiteY93" fmla="*/ 474821 h 866775"/>
                <a:gd name="connsiteX94" fmla="*/ 3121819 w 3171825"/>
                <a:gd name="connsiteY94" fmla="*/ 576739 h 866775"/>
                <a:gd name="connsiteX95" fmla="*/ 3169444 w 3171825"/>
                <a:gd name="connsiteY95" fmla="*/ 550069 h 866775"/>
                <a:gd name="connsiteX96" fmla="*/ 3092291 w 3171825"/>
                <a:gd name="connsiteY96" fmla="*/ 287179 h 866775"/>
                <a:gd name="connsiteX97" fmla="*/ 1267301 w 3171825"/>
                <a:gd name="connsiteY97" fmla="*/ 806291 h 866775"/>
                <a:gd name="connsiteX98" fmla="*/ 1226344 w 3171825"/>
                <a:gd name="connsiteY98" fmla="*/ 751999 h 866775"/>
                <a:gd name="connsiteX99" fmla="*/ 1353026 w 3171825"/>
                <a:gd name="connsiteY99" fmla="*/ 597694 h 866775"/>
                <a:gd name="connsiteX100" fmla="*/ 1267301 w 3171825"/>
                <a:gd name="connsiteY100" fmla="*/ 806291 h 866775"/>
                <a:gd name="connsiteX101" fmla="*/ 1614964 w 3171825"/>
                <a:gd name="connsiteY101" fmla="*/ 257651 h 866775"/>
                <a:gd name="connsiteX102" fmla="*/ 1653064 w 3171825"/>
                <a:gd name="connsiteY102" fmla="*/ 315754 h 866775"/>
                <a:gd name="connsiteX103" fmla="*/ 1569244 w 3171825"/>
                <a:gd name="connsiteY103" fmla="*/ 438626 h 866775"/>
                <a:gd name="connsiteX104" fmla="*/ 1614964 w 3171825"/>
                <a:gd name="connsiteY104" fmla="*/ 257651 h 8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3171825" h="866775">
                  <a:moveTo>
                    <a:pt x="3092291" y="287179"/>
                  </a:moveTo>
                  <a:cubicBezTo>
                    <a:pt x="3092291" y="241459"/>
                    <a:pt x="3089434" y="211931"/>
                    <a:pt x="3059907" y="211931"/>
                  </a:cubicBezTo>
                  <a:cubicBezTo>
                    <a:pt x="3046571" y="211931"/>
                    <a:pt x="3039904" y="214789"/>
                    <a:pt x="3027521" y="218599"/>
                  </a:cubicBezTo>
                  <a:cubicBezTo>
                    <a:pt x="3037999" y="371951"/>
                    <a:pt x="3003709" y="507206"/>
                    <a:pt x="2960846" y="507206"/>
                  </a:cubicBezTo>
                  <a:cubicBezTo>
                    <a:pt x="2905601" y="507206"/>
                    <a:pt x="2933224" y="178594"/>
                    <a:pt x="2816066" y="178594"/>
                  </a:cubicBezTo>
                  <a:cubicBezTo>
                    <a:pt x="2707482" y="178594"/>
                    <a:pt x="2692241" y="440531"/>
                    <a:pt x="2679859" y="440531"/>
                  </a:cubicBezTo>
                  <a:cubicBezTo>
                    <a:pt x="2671286" y="440531"/>
                    <a:pt x="2670334" y="371951"/>
                    <a:pt x="2670334" y="319564"/>
                  </a:cubicBezTo>
                  <a:cubicBezTo>
                    <a:pt x="2675096" y="294799"/>
                    <a:pt x="2677001" y="271939"/>
                    <a:pt x="2677001" y="254794"/>
                  </a:cubicBezTo>
                  <a:cubicBezTo>
                    <a:pt x="2677001" y="230029"/>
                    <a:pt x="2667476" y="188119"/>
                    <a:pt x="2611279" y="209074"/>
                  </a:cubicBezTo>
                  <a:cubicBezTo>
                    <a:pt x="2613184" y="396716"/>
                    <a:pt x="2576036" y="510064"/>
                    <a:pt x="2533174" y="510064"/>
                  </a:cubicBezTo>
                  <a:cubicBezTo>
                    <a:pt x="2471261" y="510064"/>
                    <a:pt x="2470309" y="340519"/>
                    <a:pt x="2470309" y="292894"/>
                  </a:cubicBezTo>
                  <a:cubicBezTo>
                    <a:pt x="2470309" y="247174"/>
                    <a:pt x="2473166" y="186214"/>
                    <a:pt x="2405539" y="208121"/>
                  </a:cubicBezTo>
                  <a:cubicBezTo>
                    <a:pt x="2395061" y="371951"/>
                    <a:pt x="2352199" y="494824"/>
                    <a:pt x="2325529" y="494824"/>
                  </a:cubicBezTo>
                  <a:cubicBezTo>
                    <a:pt x="2285524" y="494824"/>
                    <a:pt x="2293144" y="211931"/>
                    <a:pt x="2206466" y="211931"/>
                  </a:cubicBezTo>
                  <a:cubicBezTo>
                    <a:pt x="2128361" y="211931"/>
                    <a:pt x="2103596" y="479584"/>
                    <a:pt x="2087404" y="479584"/>
                  </a:cubicBezTo>
                  <a:cubicBezTo>
                    <a:pt x="2057876" y="479584"/>
                    <a:pt x="2096929" y="178594"/>
                    <a:pt x="1983581" y="178594"/>
                  </a:cubicBezTo>
                  <a:cubicBezTo>
                    <a:pt x="1924526" y="178594"/>
                    <a:pt x="1900714" y="279559"/>
                    <a:pt x="1877854" y="391954"/>
                  </a:cubicBezTo>
                  <a:cubicBezTo>
                    <a:pt x="1873091" y="413861"/>
                    <a:pt x="1868329" y="414814"/>
                    <a:pt x="1867376" y="390049"/>
                  </a:cubicBezTo>
                  <a:cubicBezTo>
                    <a:pt x="1866424" y="370046"/>
                    <a:pt x="1866424" y="347186"/>
                    <a:pt x="1866424" y="327184"/>
                  </a:cubicBezTo>
                  <a:cubicBezTo>
                    <a:pt x="1894999" y="213836"/>
                    <a:pt x="1859756" y="171926"/>
                    <a:pt x="1807369" y="202406"/>
                  </a:cubicBezTo>
                  <a:cubicBezTo>
                    <a:pt x="1824514" y="411004"/>
                    <a:pt x="1728311" y="512921"/>
                    <a:pt x="1654969" y="512921"/>
                  </a:cubicBezTo>
                  <a:cubicBezTo>
                    <a:pt x="1628299" y="512921"/>
                    <a:pt x="1607344" y="501491"/>
                    <a:pt x="1592104" y="483394"/>
                  </a:cubicBezTo>
                  <a:cubicBezTo>
                    <a:pt x="1680686" y="429101"/>
                    <a:pt x="1719739" y="367189"/>
                    <a:pt x="1719739" y="306229"/>
                  </a:cubicBezTo>
                  <a:cubicBezTo>
                    <a:pt x="1719739" y="240506"/>
                    <a:pt x="1681639" y="202406"/>
                    <a:pt x="1619726" y="202406"/>
                  </a:cubicBezTo>
                  <a:cubicBezTo>
                    <a:pt x="1532096" y="202406"/>
                    <a:pt x="1483519" y="292894"/>
                    <a:pt x="1483519" y="369094"/>
                  </a:cubicBezTo>
                  <a:cubicBezTo>
                    <a:pt x="1483519" y="410051"/>
                    <a:pt x="1491139" y="445294"/>
                    <a:pt x="1503521" y="473869"/>
                  </a:cubicBezTo>
                  <a:cubicBezTo>
                    <a:pt x="1473041" y="488156"/>
                    <a:pt x="1445419" y="500539"/>
                    <a:pt x="1418749" y="512921"/>
                  </a:cubicBezTo>
                  <a:cubicBezTo>
                    <a:pt x="1416844" y="433864"/>
                    <a:pt x="1407319" y="350996"/>
                    <a:pt x="1400651" y="274796"/>
                  </a:cubicBezTo>
                  <a:cubicBezTo>
                    <a:pt x="1353979" y="262414"/>
                    <a:pt x="1340644" y="284321"/>
                    <a:pt x="1336834" y="326231"/>
                  </a:cubicBezTo>
                  <a:cubicBezTo>
                    <a:pt x="1328261" y="420529"/>
                    <a:pt x="1293971" y="479584"/>
                    <a:pt x="1262539" y="479584"/>
                  </a:cubicBezTo>
                  <a:cubicBezTo>
                    <a:pt x="1239679" y="479584"/>
                    <a:pt x="1225391" y="451009"/>
                    <a:pt x="1223486" y="421481"/>
                  </a:cubicBezTo>
                  <a:cubicBezTo>
                    <a:pt x="1214914" y="270034"/>
                    <a:pt x="1337786" y="228124"/>
                    <a:pt x="1402556" y="250031"/>
                  </a:cubicBezTo>
                  <a:cubicBezTo>
                    <a:pt x="1415891" y="216694"/>
                    <a:pt x="1401604" y="192881"/>
                    <a:pt x="1343501" y="192881"/>
                  </a:cubicBezTo>
                  <a:cubicBezTo>
                    <a:pt x="1273016" y="192881"/>
                    <a:pt x="1220629" y="235744"/>
                    <a:pt x="1181576" y="290989"/>
                  </a:cubicBezTo>
                  <a:cubicBezTo>
                    <a:pt x="1155859" y="327184"/>
                    <a:pt x="1126331" y="353854"/>
                    <a:pt x="1086326" y="385286"/>
                  </a:cubicBezTo>
                  <a:cubicBezTo>
                    <a:pt x="1087279" y="375761"/>
                    <a:pt x="1088231" y="367189"/>
                    <a:pt x="1088231" y="358616"/>
                  </a:cubicBezTo>
                  <a:cubicBezTo>
                    <a:pt x="1088231" y="251936"/>
                    <a:pt x="1030129" y="204311"/>
                    <a:pt x="974884" y="204311"/>
                  </a:cubicBezTo>
                  <a:cubicBezTo>
                    <a:pt x="929164" y="204311"/>
                    <a:pt x="900589" y="231934"/>
                    <a:pt x="883444" y="273844"/>
                  </a:cubicBezTo>
                  <a:cubicBezTo>
                    <a:pt x="879634" y="231934"/>
                    <a:pt x="871061" y="213836"/>
                    <a:pt x="846296" y="213836"/>
                  </a:cubicBezTo>
                  <a:cubicBezTo>
                    <a:pt x="835819" y="213836"/>
                    <a:pt x="821531" y="216694"/>
                    <a:pt x="805339" y="224314"/>
                  </a:cubicBezTo>
                  <a:cubicBezTo>
                    <a:pt x="812959" y="248126"/>
                    <a:pt x="814864" y="300514"/>
                    <a:pt x="814864" y="334804"/>
                  </a:cubicBezTo>
                  <a:cubicBezTo>
                    <a:pt x="814864" y="463391"/>
                    <a:pt x="777716" y="520541"/>
                    <a:pt x="742474" y="520541"/>
                  </a:cubicBezTo>
                  <a:cubicBezTo>
                    <a:pt x="701516" y="520541"/>
                    <a:pt x="695801" y="368141"/>
                    <a:pt x="691991" y="309086"/>
                  </a:cubicBezTo>
                  <a:cubicBezTo>
                    <a:pt x="687229" y="307181"/>
                    <a:pt x="681514" y="305276"/>
                    <a:pt x="671989" y="305276"/>
                  </a:cubicBezTo>
                  <a:cubicBezTo>
                    <a:pt x="635794" y="305276"/>
                    <a:pt x="631031" y="354806"/>
                    <a:pt x="621506" y="399574"/>
                  </a:cubicBezTo>
                  <a:cubicBezTo>
                    <a:pt x="611029" y="450056"/>
                    <a:pt x="582454" y="512921"/>
                    <a:pt x="539591" y="512921"/>
                  </a:cubicBezTo>
                  <a:cubicBezTo>
                    <a:pt x="513874" y="512921"/>
                    <a:pt x="497681" y="488156"/>
                    <a:pt x="495776" y="443389"/>
                  </a:cubicBezTo>
                  <a:cubicBezTo>
                    <a:pt x="491966" y="352901"/>
                    <a:pt x="567214" y="245269"/>
                    <a:pt x="685324" y="278606"/>
                  </a:cubicBezTo>
                  <a:cubicBezTo>
                    <a:pt x="700564" y="242411"/>
                    <a:pt x="676751" y="214789"/>
                    <a:pt x="627221" y="214789"/>
                  </a:cubicBezTo>
                  <a:cubicBezTo>
                    <a:pt x="540544" y="214789"/>
                    <a:pt x="469106" y="279559"/>
                    <a:pt x="437674" y="355759"/>
                  </a:cubicBezTo>
                  <a:cubicBezTo>
                    <a:pt x="406241" y="426244"/>
                    <a:pt x="350996" y="529114"/>
                    <a:pt x="237649" y="529114"/>
                  </a:cubicBezTo>
                  <a:cubicBezTo>
                    <a:pt x="157639" y="529114"/>
                    <a:pt x="97631" y="459581"/>
                    <a:pt x="97631" y="313849"/>
                  </a:cubicBezTo>
                  <a:cubicBezTo>
                    <a:pt x="97631" y="188119"/>
                    <a:pt x="176689" y="69056"/>
                    <a:pt x="261461" y="69056"/>
                  </a:cubicBezTo>
                  <a:cubicBezTo>
                    <a:pt x="320516" y="69056"/>
                    <a:pt x="333851" y="127159"/>
                    <a:pt x="329089" y="181451"/>
                  </a:cubicBezTo>
                  <a:cubicBezTo>
                    <a:pt x="359569" y="206216"/>
                    <a:pt x="410051" y="183356"/>
                    <a:pt x="410051" y="121444"/>
                  </a:cubicBezTo>
                  <a:cubicBezTo>
                    <a:pt x="410051" y="79534"/>
                    <a:pt x="375761" y="7144"/>
                    <a:pt x="265271" y="7144"/>
                  </a:cubicBezTo>
                  <a:cubicBezTo>
                    <a:pt x="128111" y="7144"/>
                    <a:pt x="7144" y="144304"/>
                    <a:pt x="7144" y="324326"/>
                  </a:cubicBezTo>
                  <a:cubicBezTo>
                    <a:pt x="7144" y="498634"/>
                    <a:pt x="95726" y="601504"/>
                    <a:pt x="220504" y="601504"/>
                  </a:cubicBezTo>
                  <a:cubicBezTo>
                    <a:pt x="299561" y="601504"/>
                    <a:pt x="373856" y="556736"/>
                    <a:pt x="425291" y="472916"/>
                  </a:cubicBezTo>
                  <a:cubicBezTo>
                    <a:pt x="438626" y="545306"/>
                    <a:pt x="488156" y="576739"/>
                    <a:pt x="525304" y="576739"/>
                  </a:cubicBezTo>
                  <a:cubicBezTo>
                    <a:pt x="585311" y="576739"/>
                    <a:pt x="624364" y="537686"/>
                    <a:pt x="646271" y="485299"/>
                  </a:cubicBezTo>
                  <a:cubicBezTo>
                    <a:pt x="659606" y="537686"/>
                    <a:pt x="688181" y="576739"/>
                    <a:pt x="734854" y="576739"/>
                  </a:cubicBezTo>
                  <a:cubicBezTo>
                    <a:pt x="768191" y="576739"/>
                    <a:pt x="793909" y="559594"/>
                    <a:pt x="812959" y="532924"/>
                  </a:cubicBezTo>
                  <a:cubicBezTo>
                    <a:pt x="805339" y="716756"/>
                    <a:pt x="795814" y="832961"/>
                    <a:pt x="904399" y="810101"/>
                  </a:cubicBezTo>
                  <a:cubicBezTo>
                    <a:pt x="887254" y="757714"/>
                    <a:pt x="882491" y="663416"/>
                    <a:pt x="882491" y="577691"/>
                  </a:cubicBezTo>
                  <a:cubicBezTo>
                    <a:pt x="882491" y="344329"/>
                    <a:pt x="920591" y="267176"/>
                    <a:pt x="969169" y="267176"/>
                  </a:cubicBezTo>
                  <a:cubicBezTo>
                    <a:pt x="1004411" y="267176"/>
                    <a:pt x="1015841" y="311944"/>
                    <a:pt x="1015841" y="359569"/>
                  </a:cubicBezTo>
                  <a:cubicBezTo>
                    <a:pt x="1015841" y="385286"/>
                    <a:pt x="1012984" y="413861"/>
                    <a:pt x="1007269" y="440531"/>
                  </a:cubicBezTo>
                  <a:cubicBezTo>
                    <a:pt x="948214" y="477679"/>
                    <a:pt x="900589" y="507206"/>
                    <a:pt x="900589" y="545306"/>
                  </a:cubicBezTo>
                  <a:cubicBezTo>
                    <a:pt x="900589" y="574834"/>
                    <a:pt x="922496" y="577691"/>
                    <a:pt x="941546" y="577691"/>
                  </a:cubicBezTo>
                  <a:cubicBezTo>
                    <a:pt x="987266" y="577691"/>
                    <a:pt x="1041559" y="532924"/>
                    <a:pt x="1072039" y="449104"/>
                  </a:cubicBezTo>
                  <a:cubicBezTo>
                    <a:pt x="1098709" y="432911"/>
                    <a:pt x="1125379" y="414814"/>
                    <a:pt x="1150144" y="390049"/>
                  </a:cubicBezTo>
                  <a:cubicBezTo>
                    <a:pt x="1149191" y="398621"/>
                    <a:pt x="1149191" y="407194"/>
                    <a:pt x="1149191" y="415766"/>
                  </a:cubicBezTo>
                  <a:cubicBezTo>
                    <a:pt x="1149191" y="499586"/>
                    <a:pt x="1185386" y="550069"/>
                    <a:pt x="1244441" y="550069"/>
                  </a:cubicBezTo>
                  <a:cubicBezTo>
                    <a:pt x="1290161" y="550069"/>
                    <a:pt x="1324451" y="517684"/>
                    <a:pt x="1349216" y="469106"/>
                  </a:cubicBezTo>
                  <a:cubicBezTo>
                    <a:pt x="1351121" y="496729"/>
                    <a:pt x="1352074" y="523399"/>
                    <a:pt x="1352074" y="547211"/>
                  </a:cubicBezTo>
                  <a:cubicBezTo>
                    <a:pt x="1258729" y="590074"/>
                    <a:pt x="1155859" y="633889"/>
                    <a:pt x="1155859" y="754856"/>
                  </a:cubicBezTo>
                  <a:cubicBezTo>
                    <a:pt x="1155859" y="817721"/>
                    <a:pt x="1201579" y="864394"/>
                    <a:pt x="1259681" y="864394"/>
                  </a:cubicBezTo>
                  <a:cubicBezTo>
                    <a:pt x="1389221" y="864394"/>
                    <a:pt x="1418749" y="728186"/>
                    <a:pt x="1419701" y="569119"/>
                  </a:cubicBezTo>
                  <a:cubicBezTo>
                    <a:pt x="1461611" y="551021"/>
                    <a:pt x="1493044" y="536734"/>
                    <a:pt x="1529239" y="518636"/>
                  </a:cubicBezTo>
                  <a:cubicBezTo>
                    <a:pt x="1560671" y="557689"/>
                    <a:pt x="1602581" y="576739"/>
                    <a:pt x="1640681" y="576739"/>
                  </a:cubicBezTo>
                  <a:cubicBezTo>
                    <a:pt x="1714024" y="576739"/>
                    <a:pt x="1768316" y="537686"/>
                    <a:pt x="1813084" y="459581"/>
                  </a:cubicBezTo>
                  <a:cubicBezTo>
                    <a:pt x="1820704" y="519589"/>
                    <a:pt x="1835944" y="576739"/>
                    <a:pt x="1868329" y="576739"/>
                  </a:cubicBezTo>
                  <a:cubicBezTo>
                    <a:pt x="1926431" y="576739"/>
                    <a:pt x="1937861" y="273844"/>
                    <a:pt x="1980724" y="273844"/>
                  </a:cubicBezTo>
                  <a:cubicBezTo>
                    <a:pt x="2014061" y="273844"/>
                    <a:pt x="1986439" y="601504"/>
                    <a:pt x="2074069" y="601504"/>
                  </a:cubicBezTo>
                  <a:cubicBezTo>
                    <a:pt x="2148364" y="601504"/>
                    <a:pt x="2162651" y="312896"/>
                    <a:pt x="2198846" y="312896"/>
                  </a:cubicBezTo>
                  <a:cubicBezTo>
                    <a:pt x="2224564" y="312896"/>
                    <a:pt x="2226469" y="576739"/>
                    <a:pt x="2307432" y="576739"/>
                  </a:cubicBezTo>
                  <a:cubicBezTo>
                    <a:pt x="2347436" y="576739"/>
                    <a:pt x="2390299" y="529114"/>
                    <a:pt x="2412207" y="428149"/>
                  </a:cubicBezTo>
                  <a:cubicBezTo>
                    <a:pt x="2422684" y="494824"/>
                    <a:pt x="2456021" y="576739"/>
                    <a:pt x="2521744" y="576739"/>
                  </a:cubicBezTo>
                  <a:cubicBezTo>
                    <a:pt x="2559844" y="576739"/>
                    <a:pt x="2593182" y="537686"/>
                    <a:pt x="2618899" y="486251"/>
                  </a:cubicBezTo>
                  <a:cubicBezTo>
                    <a:pt x="2625566" y="539591"/>
                    <a:pt x="2640807" y="576739"/>
                    <a:pt x="2670334" y="576739"/>
                  </a:cubicBezTo>
                  <a:cubicBezTo>
                    <a:pt x="2746534" y="576739"/>
                    <a:pt x="2743676" y="274796"/>
                    <a:pt x="2803684" y="274796"/>
                  </a:cubicBezTo>
                  <a:cubicBezTo>
                    <a:pt x="2850357" y="274796"/>
                    <a:pt x="2836069" y="576739"/>
                    <a:pt x="2947511" y="576739"/>
                  </a:cubicBezTo>
                  <a:cubicBezTo>
                    <a:pt x="3000851" y="576739"/>
                    <a:pt x="3025616" y="531971"/>
                    <a:pt x="3040857" y="474821"/>
                  </a:cubicBezTo>
                  <a:cubicBezTo>
                    <a:pt x="3061811" y="558641"/>
                    <a:pt x="3094196" y="576739"/>
                    <a:pt x="3121819" y="576739"/>
                  </a:cubicBezTo>
                  <a:cubicBezTo>
                    <a:pt x="3138964" y="576739"/>
                    <a:pt x="3152299" y="571024"/>
                    <a:pt x="3169444" y="550069"/>
                  </a:cubicBezTo>
                  <a:cubicBezTo>
                    <a:pt x="3085624" y="511969"/>
                    <a:pt x="3092291" y="375761"/>
                    <a:pt x="3092291" y="287179"/>
                  </a:cubicBezTo>
                  <a:close/>
                  <a:moveTo>
                    <a:pt x="1267301" y="806291"/>
                  </a:moveTo>
                  <a:cubicBezTo>
                    <a:pt x="1240631" y="806291"/>
                    <a:pt x="1226344" y="780574"/>
                    <a:pt x="1226344" y="751999"/>
                  </a:cubicBezTo>
                  <a:cubicBezTo>
                    <a:pt x="1226344" y="674846"/>
                    <a:pt x="1283494" y="632936"/>
                    <a:pt x="1353026" y="597694"/>
                  </a:cubicBezTo>
                  <a:cubicBezTo>
                    <a:pt x="1349216" y="768191"/>
                    <a:pt x="1310164" y="806291"/>
                    <a:pt x="1267301" y="806291"/>
                  </a:cubicBezTo>
                  <a:close/>
                  <a:moveTo>
                    <a:pt x="1614964" y="257651"/>
                  </a:moveTo>
                  <a:cubicBezTo>
                    <a:pt x="1640681" y="257651"/>
                    <a:pt x="1655921" y="281464"/>
                    <a:pt x="1653064" y="315754"/>
                  </a:cubicBezTo>
                  <a:cubicBezTo>
                    <a:pt x="1650206" y="355759"/>
                    <a:pt x="1620679" y="402431"/>
                    <a:pt x="1569244" y="438626"/>
                  </a:cubicBezTo>
                  <a:cubicBezTo>
                    <a:pt x="1543526" y="362426"/>
                    <a:pt x="1563529" y="257651"/>
                    <a:pt x="1614964" y="2576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ABABA1E-505C-F833-A58D-3263A17FABB7}"/>
                </a:ext>
              </a:extLst>
            </p:cNvPr>
            <p:cNvSpPr/>
            <p:nvPr/>
          </p:nvSpPr>
          <p:spPr>
            <a:xfrm>
              <a:off x="10915493" y="643771"/>
              <a:ext cx="54409" cy="59850"/>
            </a:xfrm>
            <a:custGeom>
              <a:avLst/>
              <a:gdLst>
                <a:gd name="connsiteX0" fmla="*/ 51942 w 95250"/>
                <a:gd name="connsiteY0" fmla="*/ 99569 h 104775"/>
                <a:gd name="connsiteX1" fmla="*/ 93853 w 95250"/>
                <a:gd name="connsiteY1" fmla="*/ 51944 h 104775"/>
                <a:gd name="connsiteX2" fmla="*/ 51942 w 95250"/>
                <a:gd name="connsiteY2" fmla="*/ 7176 h 104775"/>
                <a:gd name="connsiteX3" fmla="*/ 7175 w 95250"/>
                <a:gd name="connsiteY3" fmla="*/ 54801 h 104775"/>
                <a:gd name="connsiteX4" fmla="*/ 51942 w 95250"/>
                <a:gd name="connsiteY4" fmla="*/ 99569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104775">
                  <a:moveTo>
                    <a:pt x="51942" y="99569"/>
                  </a:moveTo>
                  <a:cubicBezTo>
                    <a:pt x="76707" y="98616"/>
                    <a:pt x="93853" y="77661"/>
                    <a:pt x="93853" y="51944"/>
                  </a:cubicBezTo>
                  <a:cubicBezTo>
                    <a:pt x="93853" y="26226"/>
                    <a:pt x="76707" y="6224"/>
                    <a:pt x="51942" y="7176"/>
                  </a:cubicBezTo>
                  <a:cubicBezTo>
                    <a:pt x="27178" y="8129"/>
                    <a:pt x="7175" y="29084"/>
                    <a:pt x="7175" y="54801"/>
                  </a:cubicBezTo>
                  <a:cubicBezTo>
                    <a:pt x="6222" y="80519"/>
                    <a:pt x="27178" y="100521"/>
                    <a:pt x="51942" y="9956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8D89E3B-F0F8-066B-3FEC-5F7EC08933E3}"/>
                </a:ext>
              </a:extLst>
            </p:cNvPr>
            <p:cNvSpPr/>
            <p:nvPr/>
          </p:nvSpPr>
          <p:spPr>
            <a:xfrm>
              <a:off x="11270254" y="654106"/>
              <a:ext cx="54409" cy="54409"/>
            </a:xfrm>
            <a:custGeom>
              <a:avLst/>
              <a:gdLst>
                <a:gd name="connsiteX0" fmla="*/ 48101 w 95250"/>
                <a:gd name="connsiteY0" fmla="*/ 94808 h 95250"/>
                <a:gd name="connsiteX1" fmla="*/ 89059 w 95250"/>
                <a:gd name="connsiteY1" fmla="*/ 49088 h 95250"/>
                <a:gd name="connsiteX2" fmla="*/ 48101 w 95250"/>
                <a:gd name="connsiteY2" fmla="*/ 7178 h 95250"/>
                <a:gd name="connsiteX3" fmla="*/ 7144 w 95250"/>
                <a:gd name="connsiteY3" fmla="*/ 52898 h 95250"/>
                <a:gd name="connsiteX4" fmla="*/ 48101 w 95250"/>
                <a:gd name="connsiteY4" fmla="*/ 94808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48101" y="94808"/>
                  </a:moveTo>
                  <a:cubicBezTo>
                    <a:pt x="70961" y="93856"/>
                    <a:pt x="89059" y="73853"/>
                    <a:pt x="89059" y="49088"/>
                  </a:cubicBezTo>
                  <a:cubicBezTo>
                    <a:pt x="89059" y="25275"/>
                    <a:pt x="70961" y="6225"/>
                    <a:pt x="48101" y="7178"/>
                  </a:cubicBezTo>
                  <a:cubicBezTo>
                    <a:pt x="25241" y="8131"/>
                    <a:pt x="7144" y="28133"/>
                    <a:pt x="7144" y="52898"/>
                  </a:cubicBezTo>
                  <a:cubicBezTo>
                    <a:pt x="8096" y="76711"/>
                    <a:pt x="26194" y="95761"/>
                    <a:pt x="48101" y="9480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80A888D-AF01-7CE2-1D48-3895E5BE7B10}"/>
                </a:ext>
              </a:extLst>
            </p:cNvPr>
            <p:cNvSpPr/>
            <p:nvPr/>
          </p:nvSpPr>
          <p:spPr>
            <a:xfrm>
              <a:off x="11384515" y="612775"/>
              <a:ext cx="397182" cy="331893"/>
            </a:xfrm>
            <a:custGeom>
              <a:avLst/>
              <a:gdLst>
                <a:gd name="connsiteX0" fmla="*/ 689134 w 695325"/>
                <a:gd name="connsiteY0" fmla="*/ 368141 h 581025"/>
                <a:gd name="connsiteX1" fmla="*/ 571024 w 695325"/>
                <a:gd name="connsiteY1" fmla="*/ 127159 h 581025"/>
                <a:gd name="connsiteX2" fmla="*/ 388144 w 695325"/>
                <a:gd name="connsiteY2" fmla="*/ 13811 h 581025"/>
                <a:gd name="connsiteX3" fmla="*/ 371951 w 695325"/>
                <a:gd name="connsiteY3" fmla="*/ 7144 h 581025"/>
                <a:gd name="connsiteX4" fmla="*/ 371951 w 695325"/>
                <a:gd name="connsiteY4" fmla="*/ 7144 h 581025"/>
                <a:gd name="connsiteX5" fmla="*/ 371951 w 695325"/>
                <a:gd name="connsiteY5" fmla="*/ 7144 h 581025"/>
                <a:gd name="connsiteX6" fmla="*/ 7144 w 695325"/>
                <a:gd name="connsiteY6" fmla="*/ 383381 h 581025"/>
                <a:gd name="connsiteX7" fmla="*/ 132874 w 695325"/>
                <a:gd name="connsiteY7" fmla="*/ 569119 h 581025"/>
                <a:gd name="connsiteX8" fmla="*/ 262414 w 695325"/>
                <a:gd name="connsiteY8" fmla="*/ 571976 h 581025"/>
                <a:gd name="connsiteX9" fmla="*/ 358616 w 695325"/>
                <a:gd name="connsiteY9" fmla="*/ 506254 h 581025"/>
                <a:gd name="connsiteX10" fmla="*/ 577692 w 695325"/>
                <a:gd name="connsiteY10" fmla="*/ 271939 h 581025"/>
                <a:gd name="connsiteX11" fmla="*/ 690086 w 695325"/>
                <a:gd name="connsiteY11" fmla="*/ 374809 h 581025"/>
                <a:gd name="connsiteX12" fmla="*/ 689134 w 695325"/>
                <a:gd name="connsiteY12" fmla="*/ 368141 h 581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5325" h="581025">
                  <a:moveTo>
                    <a:pt x="689134" y="368141"/>
                  </a:moveTo>
                  <a:cubicBezTo>
                    <a:pt x="687229" y="271939"/>
                    <a:pt x="641509" y="191929"/>
                    <a:pt x="571024" y="127159"/>
                  </a:cubicBezTo>
                  <a:cubicBezTo>
                    <a:pt x="517684" y="78581"/>
                    <a:pt x="453866" y="41434"/>
                    <a:pt x="388144" y="13811"/>
                  </a:cubicBezTo>
                  <a:cubicBezTo>
                    <a:pt x="382429" y="11906"/>
                    <a:pt x="377666" y="9049"/>
                    <a:pt x="371951" y="7144"/>
                  </a:cubicBezTo>
                  <a:lnTo>
                    <a:pt x="371951" y="7144"/>
                  </a:lnTo>
                  <a:cubicBezTo>
                    <a:pt x="371951" y="7144"/>
                    <a:pt x="371951" y="7144"/>
                    <a:pt x="371951" y="7144"/>
                  </a:cubicBezTo>
                  <a:cubicBezTo>
                    <a:pt x="290036" y="105251"/>
                    <a:pt x="7144" y="178594"/>
                    <a:pt x="7144" y="383381"/>
                  </a:cubicBezTo>
                  <a:cubicBezTo>
                    <a:pt x="7144" y="463391"/>
                    <a:pt x="57626" y="538639"/>
                    <a:pt x="132874" y="569119"/>
                  </a:cubicBezTo>
                  <a:cubicBezTo>
                    <a:pt x="175736" y="585311"/>
                    <a:pt x="219551" y="586264"/>
                    <a:pt x="262414" y="571976"/>
                  </a:cubicBezTo>
                  <a:cubicBezTo>
                    <a:pt x="300514" y="559594"/>
                    <a:pt x="332899" y="535781"/>
                    <a:pt x="358616" y="506254"/>
                  </a:cubicBezTo>
                  <a:cubicBezTo>
                    <a:pt x="441484" y="413861"/>
                    <a:pt x="475774" y="271939"/>
                    <a:pt x="577692" y="271939"/>
                  </a:cubicBezTo>
                  <a:cubicBezTo>
                    <a:pt x="671036" y="271939"/>
                    <a:pt x="683419" y="338614"/>
                    <a:pt x="690086" y="374809"/>
                  </a:cubicBezTo>
                  <a:cubicBezTo>
                    <a:pt x="689134" y="373856"/>
                    <a:pt x="689134" y="371951"/>
                    <a:pt x="689134" y="36814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lIns="73152" tIns="36576" rIns="73152" bIns="36576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1F918314-209B-C682-4536-929BA12460A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45" y="-45752"/>
            <a:ext cx="654359" cy="3096097"/>
          </a:xfrm>
          <a:prstGeom prst="rect">
            <a:avLst/>
          </a:prstGeom>
        </p:spPr>
      </p:pic>
      <p:pic>
        <p:nvPicPr>
          <p:cNvPr id="28" name="Picture 27" descr="A picture containing shape&#10;&#10;Description automatically generated">
            <a:extLst>
              <a:ext uri="{FF2B5EF4-FFF2-40B4-BE49-F238E27FC236}">
                <a16:creationId xmlns:a16="http://schemas.microsoft.com/office/drawing/2014/main" id="{DE949792-8003-650D-8182-7561F7D98C8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14" y="1155920"/>
            <a:ext cx="1767503" cy="1900298"/>
          </a:xfrm>
          <a:prstGeom prst="rect">
            <a:avLst/>
          </a:prstGeom>
        </p:spPr>
      </p:pic>
      <p:pic>
        <p:nvPicPr>
          <p:cNvPr id="40" name="Picture 39" descr="A picture containing venn diagram&#10;&#10;Description automatically generated">
            <a:extLst>
              <a:ext uri="{FF2B5EF4-FFF2-40B4-BE49-F238E27FC236}">
                <a16:creationId xmlns:a16="http://schemas.microsoft.com/office/drawing/2014/main" id="{29958377-86EE-22F4-52E1-B4B808035AB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84562" y="1153881"/>
            <a:ext cx="2913782" cy="6314040"/>
          </a:xfrm>
          <a:custGeom>
            <a:avLst/>
            <a:gdLst>
              <a:gd name="connsiteX0" fmla="*/ 0 w 2913782"/>
              <a:gd name="connsiteY0" fmla="*/ 0 h 6314040"/>
              <a:gd name="connsiteX1" fmla="*/ 2913782 w 2913782"/>
              <a:gd name="connsiteY1" fmla="*/ 0 h 6314040"/>
              <a:gd name="connsiteX2" fmla="*/ 2913782 w 2913782"/>
              <a:gd name="connsiteY2" fmla="*/ 1857124 h 6314040"/>
              <a:gd name="connsiteX3" fmla="*/ 2884350 w 2913782"/>
              <a:gd name="connsiteY3" fmla="*/ 1842846 h 6314040"/>
              <a:gd name="connsiteX4" fmla="*/ 2396994 w 2913782"/>
              <a:gd name="connsiteY4" fmla="*/ 1836867 h 6314040"/>
              <a:gd name="connsiteX5" fmla="*/ 1911714 w 2913782"/>
              <a:gd name="connsiteY5" fmla="*/ 2505060 h 6314040"/>
              <a:gd name="connsiteX6" fmla="*/ 2308831 w 2913782"/>
              <a:gd name="connsiteY6" fmla="*/ 2818157 h 6314040"/>
              <a:gd name="connsiteX7" fmla="*/ 2396212 w 2913782"/>
              <a:gd name="connsiteY7" fmla="*/ 2826796 h 6314040"/>
              <a:gd name="connsiteX8" fmla="*/ 2379574 w 2913782"/>
              <a:gd name="connsiteY8" fmla="*/ 2840081 h 6314040"/>
              <a:gd name="connsiteX9" fmla="*/ 2257947 w 2913782"/>
              <a:gd name="connsiteY9" fmla="*/ 3170282 h 6314040"/>
              <a:gd name="connsiteX10" fmla="*/ 2846305 w 2913782"/>
              <a:gd name="connsiteY10" fmla="*/ 3310028 h 6314040"/>
              <a:gd name="connsiteX11" fmla="*/ 2913782 w 2913782"/>
              <a:gd name="connsiteY11" fmla="*/ 3281273 h 6314040"/>
              <a:gd name="connsiteX12" fmla="*/ 2913782 w 2913782"/>
              <a:gd name="connsiteY12" fmla="*/ 6314040 h 6314040"/>
              <a:gd name="connsiteX13" fmla="*/ 0 w 2913782"/>
              <a:gd name="connsiteY13" fmla="*/ 6314040 h 631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13782" h="6314040">
                <a:moveTo>
                  <a:pt x="0" y="0"/>
                </a:moveTo>
                <a:lnTo>
                  <a:pt x="2913782" y="0"/>
                </a:lnTo>
                <a:lnTo>
                  <a:pt x="2913782" y="1857124"/>
                </a:lnTo>
                <a:lnTo>
                  <a:pt x="2884350" y="1842846"/>
                </a:lnTo>
                <a:cubicBezTo>
                  <a:pt x="2744337" y="1790596"/>
                  <a:pt x="2570823" y="1784475"/>
                  <a:pt x="2396994" y="1836867"/>
                </a:cubicBezTo>
                <a:cubicBezTo>
                  <a:pt x="2049337" y="1941653"/>
                  <a:pt x="1832069" y="2240813"/>
                  <a:pt x="1911714" y="2505060"/>
                </a:cubicBezTo>
                <a:cubicBezTo>
                  <a:pt x="1961492" y="2670214"/>
                  <a:pt x="2115470" y="2782643"/>
                  <a:pt x="2308831" y="2818157"/>
                </a:cubicBezTo>
                <a:lnTo>
                  <a:pt x="2396212" y="2826796"/>
                </a:lnTo>
                <a:lnTo>
                  <a:pt x="2379574" y="2840081"/>
                </a:lnTo>
                <a:cubicBezTo>
                  <a:pt x="2271418" y="2940405"/>
                  <a:pt x="2220504" y="3063799"/>
                  <a:pt x="2257947" y="3170282"/>
                </a:cubicBezTo>
                <a:cubicBezTo>
                  <a:pt x="2317856" y="3340656"/>
                  <a:pt x="2581273" y="3403222"/>
                  <a:pt x="2846305" y="3310028"/>
                </a:cubicBezTo>
                <a:lnTo>
                  <a:pt x="2913782" y="3281273"/>
                </a:lnTo>
                <a:lnTo>
                  <a:pt x="2913782" y="6314040"/>
                </a:lnTo>
                <a:lnTo>
                  <a:pt x="0" y="6314040"/>
                </a:lnTo>
                <a:close/>
              </a:path>
            </a:pathLst>
          </a:cu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2E17076-991C-431A-9B77-E8363D54BDC9}"/>
              </a:ext>
            </a:extLst>
          </p:cNvPr>
          <p:cNvSpPr txBox="1">
            <a:spLocks/>
          </p:cNvSpPr>
          <p:nvPr/>
        </p:nvSpPr>
        <p:spPr>
          <a:xfrm>
            <a:off x="615790" y="4805190"/>
            <a:ext cx="11386134" cy="1218795"/>
          </a:xfrm>
          <a:prstGeom prst="rect">
            <a:avLst/>
          </a:prstGeom>
        </p:spPr>
        <p:txBody>
          <a:bodyPr vert="horz" wrap="square" lIns="36000" tIns="0" rIns="36000" bIns="0" rtlCol="0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6000" b="1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Ubuntu" panose="020B0504030602030204" pitchFamily="34" charset="0"/>
                <a:ea typeface="+mj-ea"/>
                <a:cs typeface="+mj-cs"/>
              </a:defRPr>
            </a:lvl1pPr>
          </a:lstStyle>
          <a:p>
            <a:pPr algn="r"/>
            <a:r>
              <a:rPr lang="en-US" sz="4400">
                <a:latin typeface="Ubuntu"/>
              </a:rPr>
              <a:t> </a:t>
            </a:r>
            <a:r>
              <a:rPr lang="en-US" sz="4400" b="1">
                <a:latin typeface="Ubuntu"/>
              </a:rPr>
              <a:t>NEXT EDIT SUGGESTIONS </a:t>
            </a:r>
          </a:p>
          <a:p>
            <a:pPr algn="r"/>
            <a:r>
              <a:rPr lang="en-US" sz="4400">
                <a:latin typeface="Ubuntu"/>
              </a:rPr>
              <a:t> </a:t>
            </a:r>
            <a:r>
              <a:rPr lang="en-US" sz="4400" err="1">
                <a:latin typeface="Ubuntu"/>
              </a:rPr>
              <a:t>UsiNG</a:t>
            </a:r>
            <a:r>
              <a:rPr lang="en-US" sz="4400" b="1">
                <a:latin typeface="Ubuntu"/>
              </a:rPr>
              <a:t> COPILOT</a:t>
            </a:r>
          </a:p>
        </p:txBody>
      </p:sp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07497265-9E87-C89B-0E67-8A9EEF93279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41" y="5188327"/>
            <a:ext cx="2968307" cy="166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957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DC94E-FCF8-05E5-E13B-2EF1EA970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04F03BD9-51EF-4143-9656-774072A8390B}"/>
              </a:ext>
            </a:extLst>
          </p:cNvPr>
          <p:cNvSpPr txBox="1">
            <a:spLocks/>
          </p:cNvSpPr>
          <p:nvPr/>
        </p:nvSpPr>
        <p:spPr>
          <a:xfrm>
            <a:off x="561870" y="-1805152"/>
            <a:ext cx="10698946" cy="271502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ClrTx/>
              <a:buSzTx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j-ea"/>
              <a:cs typeface="+mj-cs"/>
            </a:endParaRPr>
          </a:p>
        </p:txBody>
      </p:sp>
      <p:pic>
        <p:nvPicPr>
          <p:cNvPr id="10" name="Picture 9" descr="A yellow circle with blue text&#10;&#10;Description automatically generated">
            <a:extLst>
              <a:ext uri="{FF2B5EF4-FFF2-40B4-BE49-F238E27FC236}">
                <a16:creationId xmlns:a16="http://schemas.microsoft.com/office/drawing/2014/main" id="{7846C1C5-B896-9A83-4E11-F8BD0E4CFF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8943" y="101457"/>
            <a:ext cx="719455" cy="7194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41652D-B33D-70B5-E363-ADFF048CF466}"/>
              </a:ext>
            </a:extLst>
          </p:cNvPr>
          <p:cNvSpPr txBox="1"/>
          <p:nvPr/>
        </p:nvSpPr>
        <p:spPr>
          <a:xfrm>
            <a:off x="343342" y="448212"/>
            <a:ext cx="45866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NEXT EDIT SUGGESTIONS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623062-759A-A9D5-A5F9-B8D55B932E0B}"/>
              </a:ext>
            </a:extLst>
          </p:cNvPr>
          <p:cNvSpPr txBox="1"/>
          <p:nvPr/>
        </p:nvSpPr>
        <p:spPr>
          <a:xfrm>
            <a:off x="343342" y="948248"/>
            <a:ext cx="11148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0">
                <a:solidFill>
                  <a:schemeClr val="bg1"/>
                </a:solidFill>
                <a:effectLst/>
                <a:latin typeface="Segoe Sans"/>
              </a:rPr>
              <a:t>The Next Edit Suggestions feature enhances developer productivity by providing intelligent, context-aware code suggestions based on recent changes &amp;  leverages data from multiple external sources, including websites and Confluence, to offer accurate and relevant edits.</a:t>
            </a:r>
            <a:endParaRPr lang="en-IN" sz="1400">
              <a:solidFill>
                <a:schemeClr val="bg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562C50F-AAC5-B535-3359-74F5CAE2F654}"/>
              </a:ext>
            </a:extLst>
          </p:cNvPr>
          <p:cNvSpPr/>
          <p:nvPr/>
        </p:nvSpPr>
        <p:spPr>
          <a:xfrm>
            <a:off x="323904" y="1741376"/>
            <a:ext cx="11544192" cy="2533895"/>
          </a:xfrm>
          <a:prstGeom prst="roundRect">
            <a:avLst>
              <a:gd name="adj" fmla="val 7706"/>
            </a:avLst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CAC1C9-4228-C5CC-644E-ACBB2899A87A}"/>
              </a:ext>
            </a:extLst>
          </p:cNvPr>
          <p:cNvSpPr txBox="1"/>
          <p:nvPr/>
        </p:nvSpPr>
        <p:spPr>
          <a:xfrm>
            <a:off x="323904" y="1716016"/>
            <a:ext cx="11544192" cy="715089"/>
          </a:xfrm>
          <a:prstGeom prst="roundRect">
            <a:avLst/>
          </a:prstGeom>
          <a:solidFill>
            <a:srgbClr val="0070AD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i="0">
                <a:solidFill>
                  <a:schemeClr val="bg1"/>
                </a:solidFill>
                <a:effectLst/>
                <a:latin typeface="Segoe Sans"/>
              </a:rPr>
              <a:t>Why Use Next Edit Suggestions?</a:t>
            </a:r>
          </a:p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9E9077-BB8D-879A-7558-BC0BF73D1931}"/>
              </a:ext>
            </a:extLst>
          </p:cNvPr>
          <p:cNvSpPr txBox="1"/>
          <p:nvPr/>
        </p:nvSpPr>
        <p:spPr>
          <a:xfrm>
            <a:off x="561870" y="2641352"/>
            <a:ext cx="1112213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IN" sz="1400" b="1" i="0"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Segoe Sans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b="1" i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Sans"/>
              </a:rPr>
              <a:t>Increased Productivity: </a:t>
            </a:r>
            <a:r>
              <a:rPr lang="en-US" sz="1400">
                <a:solidFill>
                  <a:schemeClr val="bg1"/>
                </a:solidFill>
                <a:latin typeface="Segoe Sans"/>
              </a:rPr>
              <a:t>P</a:t>
            </a:r>
            <a:r>
              <a:rPr lang="en-US" sz="1400" b="0" i="0">
                <a:solidFill>
                  <a:schemeClr val="bg1"/>
                </a:solidFill>
                <a:effectLst/>
                <a:latin typeface="Segoe Sans"/>
              </a:rPr>
              <a:t>redicts the next code edit based on recent changes, saving time and reducing </a:t>
            </a: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manual effort</a:t>
            </a:r>
            <a:r>
              <a:rPr lang="en-US" sz="1400" i="1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b="1">
                <a:solidFill>
                  <a:schemeClr val="accent1">
                    <a:lumMod val="40000"/>
                    <a:lumOff val="60000"/>
                  </a:schemeClr>
                </a:solidFill>
              </a:rPr>
              <a:t>Error Reduction: </a:t>
            </a:r>
            <a:r>
              <a:rPr lang="en-US" sz="1400">
                <a:solidFill>
                  <a:schemeClr val="bg1"/>
                </a:solidFill>
                <a:latin typeface="Segoe Sans"/>
              </a:rPr>
              <a:t>A</a:t>
            </a:r>
            <a:r>
              <a:rPr lang="en-US" sz="1400" b="0" i="0">
                <a:solidFill>
                  <a:schemeClr val="bg1"/>
                </a:solidFill>
                <a:effectLst/>
                <a:latin typeface="Segoe Sans"/>
              </a:rPr>
              <a:t>ssists in catching and correcting mistakes, such as typos or logical errors, before they become bigger issues</a:t>
            </a:r>
            <a:r>
              <a:rPr lang="en-US" sz="1400" b="0" i="0">
                <a:solidFill>
                  <a:srgbClr val="424242"/>
                </a:solidFill>
                <a:effectLst/>
                <a:latin typeface="Segoe Sans"/>
              </a:rPr>
              <a:t>.</a:t>
            </a:r>
          </a:p>
          <a:p>
            <a:endParaRPr lang="en-US" sz="140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400" b="1" i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Sans"/>
              </a:rPr>
              <a:t>Seamless Workflow</a:t>
            </a:r>
            <a:r>
              <a:rPr lang="en-US" sz="1400" b="1">
                <a:solidFill>
                  <a:schemeClr val="accent1">
                    <a:lumMod val="40000"/>
                    <a:lumOff val="60000"/>
                  </a:schemeClr>
                </a:solidFill>
              </a:rPr>
              <a:t>: </a:t>
            </a:r>
            <a:r>
              <a:rPr lang="en-US" sz="1400" b="0" i="0">
                <a:solidFill>
                  <a:schemeClr val="bg1"/>
                </a:solidFill>
                <a:effectLst/>
                <a:latin typeface="Segoe Sans"/>
              </a:rPr>
              <a:t>By providing relevant suggestions, it allows developers to maintain their coding flow without frequent interruptions.</a:t>
            </a:r>
            <a:r>
              <a:rPr lang="en-US" sz="1400" i="1">
                <a:solidFill>
                  <a:schemeClr val="bg1"/>
                </a:solidFill>
              </a:rPr>
              <a:t>.</a:t>
            </a:r>
          </a:p>
          <a:p>
            <a:endParaRPr lang="en-US" sz="1400" i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75B602-13AD-9C7A-FA3D-A77635AA5E1E}"/>
              </a:ext>
            </a:extLst>
          </p:cNvPr>
          <p:cNvGrpSpPr/>
          <p:nvPr/>
        </p:nvGrpSpPr>
        <p:grpSpPr>
          <a:xfrm>
            <a:off x="372839" y="4641879"/>
            <a:ext cx="11459132" cy="1822826"/>
            <a:chOff x="372839" y="2321181"/>
            <a:chExt cx="11459132" cy="143559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D08E20E-F989-953D-B5CA-E9A9157BBBF3}"/>
                </a:ext>
              </a:extLst>
            </p:cNvPr>
            <p:cNvGrpSpPr/>
            <p:nvPr/>
          </p:nvGrpSpPr>
          <p:grpSpPr>
            <a:xfrm>
              <a:off x="457200" y="2321181"/>
              <a:ext cx="11316725" cy="1306626"/>
              <a:chOff x="284989" y="5014462"/>
              <a:chExt cx="11659633" cy="1487061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87D489C-F781-E42E-EDBF-9DEC92415776}"/>
                  </a:ext>
                </a:extLst>
              </p:cNvPr>
              <p:cNvGrpSpPr/>
              <p:nvPr/>
            </p:nvGrpSpPr>
            <p:grpSpPr>
              <a:xfrm>
                <a:off x="444608" y="5534712"/>
                <a:ext cx="11427437" cy="966811"/>
                <a:chOff x="444608" y="5240845"/>
                <a:chExt cx="11427437" cy="1227596"/>
              </a:xfrm>
            </p:grpSpPr>
            <p:sp>
              <p:nvSpPr>
                <p:cNvPr id="12" name="Rectangle: Rounded Corners 11">
                  <a:extLst>
                    <a:ext uri="{FF2B5EF4-FFF2-40B4-BE49-F238E27FC236}">
                      <a16:creationId xmlns:a16="http://schemas.microsoft.com/office/drawing/2014/main" id="{9AA789AB-DE76-6CFE-6FB1-35FD6599B391}"/>
                    </a:ext>
                  </a:extLst>
                </p:cNvPr>
                <p:cNvSpPr/>
                <p:nvPr/>
              </p:nvSpPr>
              <p:spPr>
                <a:xfrm>
                  <a:off x="444608" y="5379907"/>
                  <a:ext cx="3526936" cy="1056705"/>
                </a:xfrm>
                <a:prstGeom prst="roundRect">
                  <a:avLst/>
                </a:prstGeom>
                <a:solidFill>
                  <a:schemeClr val="accent4">
                    <a:lumMod val="90000"/>
                    <a:lumOff val="10000"/>
                  </a:schemeClr>
                </a:solidFill>
                <a:ln w="9525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>
                      <a:solidFill>
                        <a:schemeClr val="bg1"/>
                      </a:solidFill>
                      <a:latin typeface="Ubuntu"/>
                    </a:rPr>
                    <a:t> 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lang="en-US" sz="1200">
                    <a:solidFill>
                      <a:schemeClr val="bg1"/>
                    </a:solidFill>
                    <a:latin typeface="Ubuntu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>
                      <a:solidFill>
                        <a:schemeClr val="bg1"/>
                      </a:solidFill>
                      <a:latin typeface="Ubuntu"/>
                    </a:rPr>
                    <a:t>If you type </a:t>
                  </a:r>
                  <a:r>
                    <a:rPr lang="en-US" sz="1200" err="1">
                      <a:solidFill>
                        <a:schemeClr val="bg1"/>
                      </a:solidFill>
                      <a:latin typeface="Ubuntu"/>
                    </a:rPr>
                    <a:t>conts</a:t>
                  </a:r>
                  <a:r>
                    <a:rPr lang="en-US" sz="1200">
                      <a:solidFill>
                        <a:schemeClr val="bg1"/>
                      </a:solidFill>
                      <a:latin typeface="Ubuntu"/>
                    </a:rPr>
                    <a:t> instead of const ,Next Edit Suggestions will correct it.</a:t>
                  </a: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2A7F40B-96B3-5B53-E75E-45A78E04B5F4}"/>
                    </a:ext>
                  </a:extLst>
                </p:cNvPr>
                <p:cNvSpPr txBox="1"/>
                <p:nvPr/>
              </p:nvSpPr>
              <p:spPr>
                <a:xfrm>
                  <a:off x="594086" y="5240845"/>
                  <a:ext cx="3228194" cy="808123"/>
                </a:xfrm>
                <a:prstGeom prst="rect">
                  <a:avLst/>
                </a:prstGeom>
                <a:noFill/>
              </p:spPr>
              <p:txBody>
                <a:bodyPr vert="horz" wrap="square" lIns="90000" tIns="46800" rIns="90000" bIns="46800" rtlCol="0" anchor="ctr">
                  <a:spAutoFit/>
                </a:bodyPr>
                <a:lstStyle/>
                <a:p>
                  <a:pPr algn="ctr">
                    <a:spcBef>
                      <a:spcPct val="0"/>
                    </a:spcBef>
                  </a:pPr>
                  <a:endParaRPr lang="en-IN" sz="1400" b="1" i="0">
                    <a:solidFill>
                      <a:schemeClr val="bg1"/>
                    </a:solidFill>
                    <a:effectLst/>
                    <a:latin typeface="Segoe Sans"/>
                  </a:endParaRPr>
                </a:p>
                <a:p>
                  <a:pPr algn="ctr">
                    <a:spcBef>
                      <a:spcPct val="0"/>
                    </a:spcBef>
                  </a:pPr>
                  <a:r>
                    <a:rPr lang="en-IN" sz="1400" b="1" i="0">
                      <a:solidFill>
                        <a:schemeClr val="bg1"/>
                      </a:solidFill>
                      <a:effectLst/>
                      <a:latin typeface="Segoe Sans"/>
                    </a:rPr>
                    <a:t>Fixing Typos:</a:t>
                  </a:r>
                </a:p>
                <a:p>
                  <a:pPr algn="ctr">
                    <a:spcBef>
                      <a:spcPct val="0"/>
                    </a:spcBef>
                  </a:pPr>
                  <a:endParaRPr lang="en-IN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Rectangle: Rounded Corners 13">
                  <a:extLst>
                    <a:ext uri="{FF2B5EF4-FFF2-40B4-BE49-F238E27FC236}">
                      <a16:creationId xmlns:a16="http://schemas.microsoft.com/office/drawing/2014/main" id="{C50423AF-560A-EB0A-6720-7AD633447AF1}"/>
                    </a:ext>
                  </a:extLst>
                </p:cNvPr>
                <p:cNvSpPr/>
                <p:nvPr/>
              </p:nvSpPr>
              <p:spPr>
                <a:xfrm>
                  <a:off x="4394858" y="5379907"/>
                  <a:ext cx="3526936" cy="1056705"/>
                </a:xfrm>
                <a:prstGeom prst="roundRect">
                  <a:avLst/>
                </a:prstGeom>
                <a:solidFill>
                  <a:schemeClr val="accent4">
                    <a:lumMod val="90000"/>
                    <a:lumOff val="10000"/>
                  </a:schemeClr>
                </a:solidFill>
                <a:ln w="9525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lang="en-US" sz="1200" b="0" i="0">
                    <a:solidFill>
                      <a:schemeClr val="bg1"/>
                    </a:solidFill>
                    <a:effectLst/>
                    <a:latin typeface="Segoe San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lang="en-US" sz="1200">
                    <a:solidFill>
                      <a:schemeClr val="bg1"/>
                    </a:solidFill>
                    <a:latin typeface="Segoe San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>
                      <a:solidFill>
                        <a:schemeClr val="bg1"/>
                      </a:solidFill>
                      <a:latin typeface="Segoe Sans"/>
                    </a:rPr>
                    <a:t>I</a:t>
                  </a:r>
                  <a:r>
                    <a:rPr lang="en-US" sz="1200" b="0" i="0">
                      <a:solidFill>
                        <a:schemeClr val="bg1"/>
                      </a:solidFill>
                      <a:effectLst/>
                      <a:latin typeface="Segoe Sans"/>
                    </a:rPr>
                    <a:t>dentify and suggest corrections for logical errors, such as an inverted ternary expression or incorrect use of logical operators</a:t>
                  </a:r>
                  <a:r>
                    <a:rPr lang="en-US" sz="1200" b="0" i="0">
                      <a:solidFill>
                        <a:srgbClr val="424242"/>
                      </a:solidFill>
                      <a:effectLst/>
                      <a:latin typeface="Segoe Sans"/>
                    </a:rPr>
                    <a:t>.</a:t>
                  </a: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267F4C4-0EDB-226D-3000-13ECD5E3F55B}"/>
                    </a:ext>
                  </a:extLst>
                </p:cNvPr>
                <p:cNvSpPr txBox="1"/>
                <p:nvPr/>
              </p:nvSpPr>
              <p:spPr>
                <a:xfrm>
                  <a:off x="4660024" y="5411736"/>
                  <a:ext cx="2834640" cy="352761"/>
                </a:xfrm>
                <a:prstGeom prst="rect">
                  <a:avLst/>
                </a:prstGeom>
                <a:noFill/>
              </p:spPr>
              <p:txBody>
                <a:bodyPr vert="horz" wrap="square" lIns="90000" tIns="46800" rIns="90000" bIns="46800" rtlCol="0" anchor="ctr">
                  <a:spAutoFit/>
                </a:bodyPr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IN" sz="1400" b="1" i="0">
                      <a:solidFill>
                        <a:schemeClr val="bg1"/>
                      </a:solidFill>
                      <a:effectLst/>
                      <a:latin typeface="Segoe Sans"/>
                    </a:rPr>
                    <a:t>Logical Errors</a:t>
                  </a:r>
                  <a:endParaRPr lang="en-IN" sz="14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Rectangle: Rounded Corners 16">
                  <a:extLst>
                    <a:ext uri="{FF2B5EF4-FFF2-40B4-BE49-F238E27FC236}">
                      <a16:creationId xmlns:a16="http://schemas.microsoft.com/office/drawing/2014/main" id="{5EA8EEA3-8E88-3BE9-0A85-B7D93C92DA41}"/>
                    </a:ext>
                  </a:extLst>
                </p:cNvPr>
                <p:cNvSpPr/>
                <p:nvPr/>
              </p:nvSpPr>
              <p:spPr>
                <a:xfrm>
                  <a:off x="8345109" y="5411736"/>
                  <a:ext cx="3526936" cy="1056705"/>
                </a:xfrm>
                <a:prstGeom prst="roundRect">
                  <a:avLst/>
                </a:prstGeom>
                <a:solidFill>
                  <a:schemeClr val="accent4">
                    <a:lumMod val="90000"/>
                    <a:lumOff val="10000"/>
                  </a:schemeClr>
                </a:solidFill>
                <a:ln w="9525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b="0" i="0">
                      <a:solidFill>
                        <a:schemeClr val="bg1"/>
                      </a:solidFill>
                      <a:effectLst/>
                      <a:latin typeface="Segoe Sans"/>
                    </a:rPr>
                    <a:t> 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lang="en-US" sz="1200">
                    <a:solidFill>
                      <a:schemeClr val="bg1"/>
                    </a:solidFill>
                    <a:latin typeface="Segoe San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200" b="0" i="0">
                      <a:solidFill>
                        <a:schemeClr val="bg1"/>
                      </a:solidFill>
                      <a:effectLst/>
                      <a:latin typeface="Segoe Sans"/>
                    </a:rPr>
                    <a:t>Ensures that your code follows a consistent style by suggesting edits that align with your existing codebase.</a:t>
                  </a:r>
                  <a:endParaRPr kumimoji="0" 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Ubuntu"/>
                    <a:ea typeface="+mn-ea"/>
                    <a:cs typeface="+mn-cs"/>
                  </a:endParaRP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0B641AF-ADB1-66B0-2A4C-0EDCAAFE11FC}"/>
                    </a:ext>
                  </a:extLst>
                </p:cNvPr>
                <p:cNvSpPr txBox="1"/>
                <p:nvPr/>
              </p:nvSpPr>
              <p:spPr>
                <a:xfrm>
                  <a:off x="8631150" y="5468527"/>
                  <a:ext cx="2834640" cy="352761"/>
                </a:xfrm>
                <a:prstGeom prst="rect">
                  <a:avLst/>
                </a:prstGeom>
                <a:noFill/>
              </p:spPr>
              <p:txBody>
                <a:bodyPr vert="horz" wrap="square" lIns="90000" tIns="46800" rIns="90000" bIns="46800" rtlCol="0" anchor="ctr">
                  <a:spAutoFit/>
                </a:bodyPr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IN" sz="1400" b="1" i="0">
                      <a:solidFill>
                        <a:schemeClr val="bg1"/>
                      </a:solidFill>
                      <a:effectLst/>
                      <a:latin typeface="Segoe Sans"/>
                    </a:rPr>
                    <a:t>Consistent Code Style</a:t>
                  </a:r>
                  <a:endParaRPr lang="en-IN" sz="1400" b="1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329E4F-700A-9C8F-AC2D-E0DFF95AB3AE}"/>
                  </a:ext>
                </a:extLst>
              </p:cNvPr>
              <p:cNvSpPr txBox="1"/>
              <p:nvPr/>
            </p:nvSpPr>
            <p:spPr>
              <a:xfrm>
                <a:off x="284989" y="5014462"/>
                <a:ext cx="11659633" cy="518865"/>
              </a:xfrm>
              <a:prstGeom prst="roundRect">
                <a:avLst/>
              </a:prstGeom>
              <a:solidFill>
                <a:srgbClr val="0070AD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600" b="1" i="0">
                    <a:solidFill>
                      <a:schemeClr val="bg1"/>
                    </a:solidFill>
                    <a:effectLst/>
                    <a:latin typeface="Segoe Sans"/>
                  </a:rPr>
                  <a:t>Use</a:t>
                </a:r>
                <a:r>
                  <a:rPr lang="en-IN" sz="1600" b="1" i="0">
                    <a:solidFill>
                      <a:srgbClr val="424242"/>
                    </a:solidFill>
                    <a:effectLst/>
                    <a:latin typeface="Segoe Sans"/>
                  </a:rPr>
                  <a:t> </a:t>
                </a:r>
                <a:r>
                  <a:rPr lang="en-IN" sz="1600" b="1" i="0">
                    <a:solidFill>
                      <a:schemeClr val="bg1"/>
                    </a:solidFill>
                    <a:effectLst/>
                    <a:latin typeface="Segoe Sans"/>
                  </a:rPr>
                  <a:t>Cases</a:t>
                </a:r>
              </a:p>
              <a:p>
                <a:pPr algn="ctr"/>
                <a:endParaRPr lang="en-IN" sz="1200">
                  <a:solidFill>
                    <a:schemeClr val="bg1"/>
                  </a:solidFill>
                  <a:latin typeface="+mj-lt"/>
                </a:endParaRPr>
              </a:p>
            </p:txBody>
          </p:sp>
        </p:grp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48AC0FE-F77E-BBF1-7F13-A755A3C6D69F}"/>
                </a:ext>
              </a:extLst>
            </p:cNvPr>
            <p:cNvSpPr/>
            <p:nvPr/>
          </p:nvSpPr>
          <p:spPr>
            <a:xfrm>
              <a:off x="372839" y="2323320"/>
              <a:ext cx="11459132" cy="1433455"/>
            </a:xfrm>
            <a:prstGeom prst="roundRect">
              <a:avLst>
                <a:gd name="adj" fmla="val 3790"/>
              </a:avLst>
            </a:prstGeom>
            <a:noFill/>
            <a:ln w="9525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120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2232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55A248F-DBF0-4CEB-DE59-67BB247C6D3D}"/>
              </a:ext>
            </a:extLst>
          </p:cNvPr>
          <p:cNvSpPr/>
          <p:nvPr/>
        </p:nvSpPr>
        <p:spPr>
          <a:xfrm>
            <a:off x="1140542" y="3814916"/>
            <a:ext cx="10144871" cy="271370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0070AD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400" err="1">
              <a:solidFill>
                <a:schemeClr val="tx1"/>
              </a:solidFill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D08ECEA2-A0CA-9912-6FCE-458887C585DF}"/>
              </a:ext>
            </a:extLst>
          </p:cNvPr>
          <p:cNvSpPr txBox="1">
            <a:spLocks/>
          </p:cNvSpPr>
          <p:nvPr/>
        </p:nvSpPr>
        <p:spPr>
          <a:xfrm>
            <a:off x="561870" y="-1824817"/>
            <a:ext cx="10698946" cy="271502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ClrTx/>
              <a:buSzTx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buntu"/>
              <a:ea typeface="+mj-ea"/>
              <a:cs typeface="+mj-cs"/>
            </a:endParaRPr>
          </a:p>
        </p:txBody>
      </p:sp>
      <p:pic>
        <p:nvPicPr>
          <p:cNvPr id="10" name="Picture 9" descr="A yellow circle with blue text&#10;&#10;Description automatically generated">
            <a:extLst>
              <a:ext uri="{FF2B5EF4-FFF2-40B4-BE49-F238E27FC236}">
                <a16:creationId xmlns:a16="http://schemas.microsoft.com/office/drawing/2014/main" id="{42F45FDF-4599-B8B5-01B4-99214D8820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5958" y="81792"/>
            <a:ext cx="719455" cy="7194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86EBE9-0F89-9D21-C1D9-1766595F07B7}"/>
              </a:ext>
            </a:extLst>
          </p:cNvPr>
          <p:cNvSpPr txBox="1"/>
          <p:nvPr/>
        </p:nvSpPr>
        <p:spPr>
          <a:xfrm>
            <a:off x="337030" y="210686"/>
            <a:ext cx="5562325" cy="36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600" b="1" i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Segoe Sans"/>
              </a:rPr>
              <a:t>When to Use Next Edit Suggestions?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E7A0D00-882E-3E1D-1D87-FD0A4F3CAF11}"/>
              </a:ext>
            </a:extLst>
          </p:cNvPr>
          <p:cNvSpPr/>
          <p:nvPr/>
        </p:nvSpPr>
        <p:spPr>
          <a:xfrm>
            <a:off x="412355" y="917467"/>
            <a:ext cx="11367289" cy="777261"/>
          </a:xfrm>
          <a:prstGeom prst="roundRect">
            <a:avLst>
              <a:gd name="adj" fmla="val 13727"/>
            </a:avLst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C4B4C-2275-9B87-0041-4DD8FDF30C02}"/>
              </a:ext>
            </a:extLst>
          </p:cNvPr>
          <p:cNvSpPr txBox="1"/>
          <p:nvPr/>
        </p:nvSpPr>
        <p:spPr>
          <a:xfrm>
            <a:off x="537273" y="885214"/>
            <a:ext cx="10723543" cy="840872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marL="342900" indent="-342900" algn="l">
              <a:spcBef>
                <a:spcPct val="0"/>
              </a:spcBef>
              <a:buAutoNum type="arabicPeriod"/>
            </a:pPr>
            <a:r>
              <a:rPr lang="en-US" sz="1400" b="1">
                <a:solidFill>
                  <a:schemeClr val="accent1">
                    <a:lumMod val="60000"/>
                    <a:lumOff val="40000"/>
                  </a:schemeClr>
                </a:solidFill>
                <a:latin typeface="Ubuntu" panose="020B0504030602030204" pitchFamily="34" charset="0"/>
              </a:rPr>
              <a:t>During Code Refactoring</a:t>
            </a:r>
            <a:r>
              <a:rPr lang="en-US" sz="1400" b="1" i="0" u="none" strike="noStrike" baseline="0">
                <a:solidFill>
                  <a:schemeClr val="accent1">
                    <a:lumMod val="60000"/>
                    <a:lumOff val="40000"/>
                  </a:schemeClr>
                </a:solidFill>
                <a:latin typeface="Ubuntu" panose="020B0504030602030204" pitchFamily="34" charset="0"/>
              </a:rPr>
              <a:t> : </a:t>
            </a:r>
          </a:p>
          <a:p>
            <a:pPr algn="l"/>
            <a:endParaRPr lang="en-US" sz="1050" b="0" i="0" u="none" strike="noStrike" baseline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lvl="1"/>
            <a:r>
              <a:rPr lang="en-US" sz="1200" b="1" i="0">
                <a:solidFill>
                  <a:schemeClr val="bg1"/>
                </a:solidFill>
                <a:effectLst/>
                <a:latin typeface="Segoe Sans"/>
              </a:rPr>
              <a:t>When making significant changes to your codebase, Next Edit Suggestions can help identify and implement necessary edits across multiple files.</a:t>
            </a:r>
            <a:endParaRPr lang="en-US" sz="1200" b="1" i="0" u="none" strike="noStrike" baseline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65B99C0-B328-6186-9307-BA8A3808AEF8}"/>
              </a:ext>
            </a:extLst>
          </p:cNvPr>
          <p:cNvSpPr/>
          <p:nvPr/>
        </p:nvSpPr>
        <p:spPr>
          <a:xfrm>
            <a:off x="412354" y="1840511"/>
            <a:ext cx="11367289" cy="710068"/>
          </a:xfrm>
          <a:prstGeom prst="roundRect">
            <a:avLst>
              <a:gd name="adj" fmla="val 4908"/>
            </a:avLst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EE4DF6-5D28-3622-586D-80D565B7ECFF}"/>
              </a:ext>
            </a:extLst>
          </p:cNvPr>
          <p:cNvSpPr txBox="1"/>
          <p:nvPr/>
        </p:nvSpPr>
        <p:spPr>
          <a:xfrm>
            <a:off x="574168" y="1797248"/>
            <a:ext cx="10698946" cy="710067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marL="342900" indent="-342900" algn="l">
              <a:spcBef>
                <a:spcPct val="0"/>
              </a:spcBef>
              <a:buAutoNum type="arabicPeriod" startAt="2"/>
            </a:pPr>
            <a:r>
              <a:rPr lang="en-US" sz="1400" b="1">
                <a:solidFill>
                  <a:schemeClr val="accent1">
                    <a:lumMod val="60000"/>
                    <a:lumOff val="40000"/>
                  </a:schemeClr>
                </a:solidFill>
                <a:latin typeface="Ubuntu" panose="020B0504030602030204" pitchFamily="34" charset="0"/>
              </a:rPr>
              <a:t>While Debugging</a:t>
            </a:r>
            <a:r>
              <a:rPr lang="en-US" sz="1400" b="1" i="0" u="none" strike="noStrike" baseline="0">
                <a:solidFill>
                  <a:schemeClr val="accent1">
                    <a:lumMod val="60000"/>
                    <a:lumOff val="40000"/>
                  </a:schemeClr>
                </a:solidFill>
                <a:latin typeface="Ubuntu" panose="020B0504030602030204" pitchFamily="34" charset="0"/>
              </a:rPr>
              <a:t> :</a:t>
            </a:r>
          </a:p>
          <a:p>
            <a:pPr algn="l">
              <a:spcBef>
                <a:spcPct val="0"/>
              </a:spcBef>
            </a:pPr>
            <a:endParaRPr lang="en-US" sz="1400" b="1" i="0" u="none" strike="noStrike" baseline="0">
              <a:solidFill>
                <a:schemeClr val="accent2"/>
              </a:solidFill>
              <a:latin typeface="Ubuntu" panose="020B0504030602030204" pitchFamily="34" charset="0"/>
            </a:endParaRPr>
          </a:p>
          <a:p>
            <a:pPr algn="l">
              <a:spcBef>
                <a:spcPct val="0"/>
              </a:spcBef>
            </a:pPr>
            <a:r>
              <a:rPr lang="en-US" sz="1200" b="1" i="0">
                <a:solidFill>
                  <a:schemeClr val="bg1"/>
                </a:solidFill>
                <a:effectLst/>
                <a:latin typeface="Segoe Sans"/>
              </a:rPr>
              <a:t>           It can suggest fixes for errors and improvements in logic, making the debugging process more efficient.</a:t>
            </a:r>
            <a:endParaRPr lang="en-US" sz="1200" b="1" i="0" u="none" strike="noStrike" baseline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FCFD71E-7C53-B668-E02F-FAC01956EED0}"/>
              </a:ext>
            </a:extLst>
          </p:cNvPr>
          <p:cNvSpPr/>
          <p:nvPr/>
        </p:nvSpPr>
        <p:spPr>
          <a:xfrm>
            <a:off x="412353" y="2702204"/>
            <a:ext cx="11367289" cy="890351"/>
          </a:xfrm>
          <a:prstGeom prst="roundRect">
            <a:avLst>
              <a:gd name="adj" fmla="val 9107"/>
            </a:avLst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72AA5B-3F96-F061-6705-BED52C2EEE52}"/>
              </a:ext>
            </a:extLst>
          </p:cNvPr>
          <p:cNvSpPr txBox="1"/>
          <p:nvPr/>
        </p:nvSpPr>
        <p:spPr>
          <a:xfrm>
            <a:off x="561870" y="2815428"/>
            <a:ext cx="10723543" cy="663901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3.    For Code Reviews :</a:t>
            </a:r>
          </a:p>
          <a:p>
            <a:pPr algn="l">
              <a:spcBef>
                <a:spcPct val="0"/>
              </a:spcBef>
            </a:pPr>
            <a:endParaRPr lang="en-US" sz="1100">
              <a:solidFill>
                <a:schemeClr val="bg1"/>
              </a:solidFill>
            </a:endParaRPr>
          </a:p>
          <a:p>
            <a:pPr lvl="1">
              <a:spcBef>
                <a:spcPct val="0"/>
              </a:spcBef>
            </a:pPr>
            <a:r>
              <a:rPr lang="en-US" sz="1200" b="1" i="0">
                <a:solidFill>
                  <a:schemeClr val="bg1"/>
                </a:solidFill>
                <a:effectLst/>
                <a:latin typeface="Segoe Sans"/>
              </a:rPr>
              <a:t>Use it to quickly identify areas that need improvement or correction, streamlining the review process.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612A7B-4B73-097A-B20E-4F9D15319BE7}"/>
              </a:ext>
            </a:extLst>
          </p:cNvPr>
          <p:cNvSpPr txBox="1"/>
          <p:nvPr/>
        </p:nvSpPr>
        <p:spPr>
          <a:xfrm>
            <a:off x="3523717" y="3977149"/>
            <a:ext cx="6750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accent1"/>
                </a:solidFill>
              </a:rPr>
              <a:t>Solutions provided By Next Edit Suggestions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DDAB57B-C0D1-1C46-80A4-C96280AA38B1}"/>
              </a:ext>
            </a:extLst>
          </p:cNvPr>
          <p:cNvSpPr/>
          <p:nvPr/>
        </p:nvSpPr>
        <p:spPr>
          <a:xfrm>
            <a:off x="1975862" y="4664733"/>
            <a:ext cx="3526936" cy="640301"/>
          </a:xfrm>
          <a:prstGeom prst="roundRect">
            <a:avLst/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1431B0-FA9F-7F85-16B9-AB332162A5E2}"/>
              </a:ext>
            </a:extLst>
          </p:cNvPr>
          <p:cNvSpPr txBox="1"/>
          <p:nvPr/>
        </p:nvSpPr>
        <p:spPr>
          <a:xfrm>
            <a:off x="2322010" y="4829904"/>
            <a:ext cx="2834640" cy="309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IN" sz="1400" b="1">
                <a:solidFill>
                  <a:srgbClr val="BCE7FF"/>
                </a:solidFill>
              </a:rPr>
              <a:t>Automated Edits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F28279B-14ED-ED0B-14A7-F754233B1352}"/>
              </a:ext>
            </a:extLst>
          </p:cNvPr>
          <p:cNvSpPr/>
          <p:nvPr/>
        </p:nvSpPr>
        <p:spPr>
          <a:xfrm>
            <a:off x="6747044" y="4664733"/>
            <a:ext cx="3526936" cy="640301"/>
          </a:xfrm>
          <a:prstGeom prst="roundRect">
            <a:avLst/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45EB70-BD8B-B9FD-32C4-C0F8720BBE11}"/>
              </a:ext>
            </a:extLst>
          </p:cNvPr>
          <p:cNvSpPr txBox="1"/>
          <p:nvPr/>
        </p:nvSpPr>
        <p:spPr>
          <a:xfrm>
            <a:off x="7093192" y="4829904"/>
            <a:ext cx="2834640" cy="309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IN" sz="1400" b="1">
                <a:solidFill>
                  <a:srgbClr val="BCE7FF"/>
                </a:solidFill>
              </a:rPr>
              <a:t>Context-Aware Suggestions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66FB202-DEC6-7F3A-F090-9ABAFA393A72}"/>
              </a:ext>
            </a:extLst>
          </p:cNvPr>
          <p:cNvSpPr/>
          <p:nvPr/>
        </p:nvSpPr>
        <p:spPr>
          <a:xfrm>
            <a:off x="4332529" y="5689628"/>
            <a:ext cx="3526936" cy="640301"/>
          </a:xfrm>
          <a:prstGeom prst="roundRect">
            <a:avLst/>
          </a:prstGeom>
          <a:solidFill>
            <a:schemeClr val="accent4">
              <a:lumMod val="90000"/>
              <a:lumOff val="10000"/>
            </a:schemeClr>
          </a:solidFill>
          <a:ln w="952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Ubuntu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12C9A6-B0B7-972B-952D-6B5D406CAB9C}"/>
              </a:ext>
            </a:extLst>
          </p:cNvPr>
          <p:cNvSpPr txBox="1"/>
          <p:nvPr/>
        </p:nvSpPr>
        <p:spPr>
          <a:xfrm>
            <a:off x="4678677" y="5858104"/>
            <a:ext cx="2834640" cy="309958"/>
          </a:xfrm>
          <a:prstGeom prst="rect">
            <a:avLst/>
          </a:prstGeom>
          <a:noFill/>
        </p:spPr>
        <p:txBody>
          <a:bodyPr vert="horz" wrap="square" lIns="90000" tIns="46800" rIns="90000" bIns="46800" rtlCol="0" anchor="ctr">
            <a:spAutoFit/>
          </a:bodyPr>
          <a:lstStyle/>
          <a:p>
            <a:pPr algn="ctr">
              <a:spcBef>
                <a:spcPct val="0"/>
              </a:spcBef>
            </a:pPr>
            <a:r>
              <a:rPr lang="en-IN" sz="1400" b="1">
                <a:solidFill>
                  <a:srgbClr val="BCE7FF"/>
                </a:solidFill>
              </a:rPr>
              <a:t> Enhanced Code Quality</a:t>
            </a:r>
          </a:p>
        </p:txBody>
      </p:sp>
    </p:spTree>
    <p:extLst>
      <p:ext uri="{BB962C8B-B14F-4D97-AF65-F5344CB8AC3E}">
        <p14:creationId xmlns:p14="http://schemas.microsoft.com/office/powerpoint/2010/main" val="32691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CC5B1FD-F732-A94E-825F-B2DF86F45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white">
          <a:xfrm>
            <a:off x="1" y="-21854"/>
            <a:ext cx="12191999" cy="6879853"/>
          </a:xfrm>
          <a:prstGeom prst="rect">
            <a:avLst/>
          </a:prstGeom>
          <a:solidFill>
            <a:srgbClr val="2728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49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 Medium"/>
              <a:ea typeface="+mn-ea"/>
              <a:cs typeface="+mn-cs"/>
            </a:endParaRPr>
          </a:p>
        </p:txBody>
      </p:sp>
      <p:grpSp>
        <p:nvGrpSpPr>
          <p:cNvPr id="6" name="Groupe 1">
            <a:extLst>
              <a:ext uri="{FF2B5EF4-FFF2-40B4-BE49-F238E27FC236}">
                <a16:creationId xmlns:a16="http://schemas.microsoft.com/office/drawing/2014/main" id="{7D121029-30A9-C936-147F-B44C9DB40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11562163" y="205059"/>
            <a:ext cx="419436" cy="388988"/>
            <a:chOff x="11501102" y="171573"/>
            <a:chExt cx="419436" cy="388988"/>
          </a:xfrm>
        </p:grpSpPr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6AAB6818-D7E9-283C-8ED7-05EB655E9C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DBC6E8A-6B85-252D-644F-DC79FFA0BF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buntu"/>
                <a:ea typeface="+mn-ea"/>
                <a:cs typeface="+mn-cs"/>
              </a:endParaRPr>
            </a:p>
          </p:txBody>
        </p:sp>
      </p:grpSp>
      <p:sp>
        <p:nvSpPr>
          <p:cNvPr id="17" name="object 5">
            <a:extLst>
              <a:ext uri="{FF2B5EF4-FFF2-40B4-BE49-F238E27FC236}">
                <a16:creationId xmlns:a16="http://schemas.microsoft.com/office/drawing/2014/main" id="{088A8A53-950C-3A44-020D-0E4DDF7C7320}"/>
              </a:ext>
            </a:extLst>
          </p:cNvPr>
          <p:cNvSpPr txBox="1">
            <a:spLocks/>
          </p:cNvSpPr>
          <p:nvPr/>
        </p:nvSpPr>
        <p:spPr>
          <a:xfrm>
            <a:off x="964660" y="2530475"/>
            <a:ext cx="10262680" cy="136149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17790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600" b="0" i="0" u="none" strike="noStrike" kern="1200" cap="all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7701" marR="3081" lvl="0" indent="0" algn="l" defTabSz="914400" rtl="0" eaLnBrk="1" fontAlgn="auto" latinLnBrk="0" hangingPunct="1">
              <a:lnSpc>
                <a:spcPct val="79800"/>
              </a:lnSpc>
              <a:spcBef>
                <a:spcPts val="14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600" b="0" i="0" u="none" strike="noStrike" kern="1200" cap="none" spc="-121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Ubuntu Medium"/>
                <a:ea typeface="+mj-ea"/>
                <a:cs typeface="Ubuntu Light"/>
              </a:rPr>
              <a:t>Thank You</a:t>
            </a:r>
            <a:endParaRPr kumimoji="0" lang="en-GB" sz="9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buntu Medium"/>
              <a:ea typeface="+mj-ea"/>
              <a:cs typeface="Ubuntu Light"/>
            </a:endParaRPr>
          </a:p>
        </p:txBody>
      </p:sp>
    </p:spTree>
    <p:extLst>
      <p:ext uri="{BB962C8B-B14F-4D97-AF65-F5344CB8AC3E}">
        <p14:creationId xmlns:p14="http://schemas.microsoft.com/office/powerpoint/2010/main" val="1861951628"/>
      </p:ext>
    </p:extLst>
  </p:cSld>
  <p:clrMapOvr>
    <a:masterClrMapping/>
  </p:clrMapOvr>
</p:sld>
</file>

<file path=ppt/theme/theme1.xml><?xml version="1.0" encoding="utf-8"?>
<a:theme xmlns:a="http://schemas.openxmlformats.org/drawingml/2006/main" name="1_Capgemini_2024">
  <a:themeElements>
    <a:clrScheme name="Capgemini">
      <a:dk1>
        <a:sysClr val="windowText" lastClr="000000"/>
      </a:dk1>
      <a:lt1>
        <a:srgbClr val="FFFFFF"/>
      </a:lt1>
      <a:dk2>
        <a:srgbClr val="000000"/>
      </a:dk2>
      <a:lt2>
        <a:srgbClr val="ECECEC"/>
      </a:lt2>
      <a:accent1>
        <a:srgbClr val="0070AD"/>
      </a:accent1>
      <a:accent2>
        <a:srgbClr val="12ABDB"/>
      </a:accent2>
      <a:accent3>
        <a:srgbClr val="14596B"/>
      </a:accent3>
      <a:accent4>
        <a:srgbClr val="272936"/>
      </a:accent4>
      <a:accent5>
        <a:srgbClr val="0F878A"/>
      </a:accent5>
      <a:accent6>
        <a:srgbClr val="14596B"/>
      </a:accent6>
      <a:hlink>
        <a:srgbClr val="00929B"/>
      </a:hlink>
      <a:folHlink>
        <a:srgbClr val="00E6E3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noFill/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0000" tIns="46800" rIns="90000" bIns="46800" rtlCol="0" anchor="ctr">
        <a:spAutoFit/>
      </a:bodyPr>
      <a:lstStyle>
        <a:defPPr algn="l">
          <a:spcBef>
            <a:spcPct val="0"/>
          </a:spcBef>
          <a:defRPr sz="1400" dirty="0" err="1" smtClean="0"/>
        </a:defPPr>
      </a:lstStyle>
    </a:txDef>
  </a:objectDefaults>
  <a:extraClrSchemeLst/>
  <a:custClrLst>
    <a:custClr name="Green A">
      <a:srgbClr val="57CF80"/>
    </a:custClr>
    <a:custClr name="Green B">
      <a:srgbClr val="33B569"/>
    </a:custClr>
    <a:custClr name="Green C">
      <a:srgbClr val="2EA657"/>
    </a:custClr>
    <a:custClr name="Green D">
      <a:srgbClr val="178C3D"/>
    </a:custClr>
    <a:custClr name="Green E">
      <a:srgbClr val="176036"/>
    </a:custClr>
    <a:custClr name="Teal A">
      <a:srgbClr val="00E6E3"/>
    </a:custClr>
    <a:custClr name="Teal B">
      <a:srgbClr val="00D5D0"/>
    </a:custClr>
    <a:custClr name="Teal C">
      <a:srgbClr val="00BFBF"/>
    </a:custClr>
    <a:custClr name="Teal D">
      <a:srgbClr val="00929B"/>
    </a:custClr>
    <a:custClr name="Teal E">
      <a:srgbClr val="007D74"/>
    </a:custClr>
    <a:custClr name="Peacock A">
      <a:srgbClr val="00E0CB"/>
    </a:custClr>
    <a:custClr name="Peacock B">
      <a:srgbClr val="00B2A2"/>
    </a:custClr>
    <a:custClr name="Peacock C">
      <a:srgbClr val="0F878A"/>
    </a:custClr>
    <a:custClr name="Peacock D">
      <a:srgbClr val="0F6A73"/>
    </a:custClr>
    <a:custClr name="Peacock E">
      <a:srgbClr val="0F434A"/>
    </a:custClr>
    <a:custClr name="Sapphire A">
      <a:srgbClr val="338091"/>
    </a:custClr>
    <a:custClr name="Sapphire B">
      <a:srgbClr val="336B7D"/>
    </a:custClr>
    <a:custClr name="Sapphire C">
      <a:srgbClr val="14596B"/>
    </a:custClr>
    <a:custClr name="Sapphire D">
      <a:srgbClr val="214554"/>
    </a:custClr>
    <a:custClr name="Sapphire E">
      <a:srgbClr val="173340"/>
    </a:custClr>
    <a:custClr name="Violet A">
      <a:srgbClr val="E557AD"/>
    </a:custClr>
    <a:custClr name="Violet B">
      <a:srgbClr val="D13A8C"/>
    </a:custClr>
    <a:custClr name="Violet C">
      <a:srgbClr val="BA2980"/>
    </a:custClr>
    <a:custClr name="Violet D">
      <a:srgbClr val="A12980"/>
    </a:custClr>
    <a:custClr name="Violet E">
      <a:srgbClr val="811B6F"/>
    </a:custClr>
    <a:custClr name="Yellow A">
      <a:srgbClr val="FFDA80"/>
    </a:custClr>
    <a:custClr name="Yellow B">
      <a:srgbClr val="FFD068"/>
    </a:custClr>
    <a:custClr name="Yellow C">
      <a:srgbClr val="FFB24A"/>
    </a:custClr>
    <a:custClr name="Yellow D">
      <a:srgbClr val="FF9C29"/>
    </a:custClr>
    <a:custClr name="Yellow E">
      <a:srgbClr val="FF8E12"/>
    </a:custClr>
    <a:custClr name="Velvet A">
      <a:srgbClr val="9E4780"/>
    </a:custClr>
    <a:custClr name="Velvet B">
      <a:srgbClr val="802B73"/>
    </a:custClr>
    <a:custClr name="Velvet C">
      <a:srgbClr val="750D5C"/>
    </a:custClr>
    <a:custClr name="Velvet D">
      <a:srgbClr val="590A42"/>
    </a:custClr>
    <a:custClr name="Velvet E">
      <a:srgbClr val="42142E"/>
    </a:custClr>
    <a:custClr name="Red A">
      <a:srgbClr val="FF5770"/>
    </a:custClr>
    <a:custClr name="Red B">
      <a:srgbClr val="FF455E"/>
    </a:custClr>
    <a:custClr name="Red C">
      <a:srgbClr val="FF304D"/>
    </a:custClr>
    <a:custClr name="Red D">
      <a:srgbClr val="E30021"/>
    </a:custClr>
    <a:custClr name="Red E">
      <a:srgbClr val="A6001A"/>
    </a:custClr>
  </a:custClrLst>
  <a:extLst>
    <a:ext uri="{05A4C25C-085E-4340-85A3-A5531E510DB2}">
      <thm15:themeFamily xmlns:thm15="http://schemas.microsoft.com/office/thememl/2012/main" name="Capgemini-template-master_2024.pptx" id="{CAED51C0-F65D-4BF6-BF3B-AADDC8FCC7A2}" vid="{4D682C99-A36A-4849-ABF2-97DF139CA549}"/>
    </a:ext>
  </a:extLst>
</a:theme>
</file>

<file path=ppt/theme/theme2.xml><?xml version="1.0" encoding="utf-8"?>
<a:theme xmlns:a="http://schemas.openxmlformats.org/drawingml/2006/main" name="Capgemini_2024">
  <a:themeElements>
    <a:clrScheme name="Capgemini">
      <a:dk1>
        <a:sysClr val="windowText" lastClr="000000"/>
      </a:dk1>
      <a:lt1>
        <a:srgbClr val="FFFFFF"/>
      </a:lt1>
      <a:dk2>
        <a:srgbClr val="000000"/>
      </a:dk2>
      <a:lt2>
        <a:srgbClr val="ECECEC"/>
      </a:lt2>
      <a:accent1>
        <a:srgbClr val="0070AD"/>
      </a:accent1>
      <a:accent2>
        <a:srgbClr val="12ABDB"/>
      </a:accent2>
      <a:accent3>
        <a:srgbClr val="14596B"/>
      </a:accent3>
      <a:accent4>
        <a:srgbClr val="272936"/>
      </a:accent4>
      <a:accent5>
        <a:srgbClr val="0F878A"/>
      </a:accent5>
      <a:accent6>
        <a:srgbClr val="14596B"/>
      </a:accent6>
      <a:hlink>
        <a:srgbClr val="00929B"/>
      </a:hlink>
      <a:folHlink>
        <a:srgbClr val="00E6E3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noFill/>
          <a:prstDash val="soli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0000" tIns="46800" rIns="90000" bIns="46800" rtlCol="0" anchor="ctr">
        <a:spAutoFit/>
      </a:bodyPr>
      <a:lstStyle>
        <a:defPPr algn="l">
          <a:spcBef>
            <a:spcPct val="0"/>
          </a:spcBef>
          <a:defRPr sz="1400" dirty="0" err="1" smtClean="0"/>
        </a:defPPr>
      </a:lstStyle>
    </a:txDef>
  </a:objectDefaults>
  <a:extraClrSchemeLst/>
  <a:custClrLst>
    <a:custClr name="Green A">
      <a:srgbClr val="57CF80"/>
    </a:custClr>
    <a:custClr name="Green B">
      <a:srgbClr val="33B569"/>
    </a:custClr>
    <a:custClr name="Green C">
      <a:srgbClr val="2EA657"/>
    </a:custClr>
    <a:custClr name="Green D">
      <a:srgbClr val="178C3D"/>
    </a:custClr>
    <a:custClr name="Green E">
      <a:srgbClr val="176036"/>
    </a:custClr>
    <a:custClr name="Teal A">
      <a:srgbClr val="00E6E3"/>
    </a:custClr>
    <a:custClr name="Teal B">
      <a:srgbClr val="00D5D0"/>
    </a:custClr>
    <a:custClr name="Teal C">
      <a:srgbClr val="00BFBF"/>
    </a:custClr>
    <a:custClr name="Teal D">
      <a:srgbClr val="00929B"/>
    </a:custClr>
    <a:custClr name="Teal E">
      <a:srgbClr val="007D74"/>
    </a:custClr>
    <a:custClr name="Peacock A">
      <a:srgbClr val="00E0CB"/>
    </a:custClr>
    <a:custClr name="Peacock B">
      <a:srgbClr val="00B2A2"/>
    </a:custClr>
    <a:custClr name="Peacock C">
      <a:srgbClr val="0F878A"/>
    </a:custClr>
    <a:custClr name="Peacock D">
      <a:srgbClr val="0F6A73"/>
    </a:custClr>
    <a:custClr name="Peacock E">
      <a:srgbClr val="0F434A"/>
    </a:custClr>
    <a:custClr name="Sapphire A">
      <a:srgbClr val="338091"/>
    </a:custClr>
    <a:custClr name="Sapphire B">
      <a:srgbClr val="336B7D"/>
    </a:custClr>
    <a:custClr name="Sapphire C">
      <a:srgbClr val="14596B"/>
    </a:custClr>
    <a:custClr name="Sapphire D">
      <a:srgbClr val="214554"/>
    </a:custClr>
    <a:custClr name="Sapphire E">
      <a:srgbClr val="173340"/>
    </a:custClr>
    <a:custClr name="Violet A">
      <a:srgbClr val="E557AD"/>
    </a:custClr>
    <a:custClr name="Violet B">
      <a:srgbClr val="D13A8C"/>
    </a:custClr>
    <a:custClr name="Violet C">
      <a:srgbClr val="BA2980"/>
    </a:custClr>
    <a:custClr name="Violet D">
      <a:srgbClr val="A12980"/>
    </a:custClr>
    <a:custClr name="Violet E">
      <a:srgbClr val="811B6F"/>
    </a:custClr>
    <a:custClr name="Yellow A">
      <a:srgbClr val="FFDA80"/>
    </a:custClr>
    <a:custClr name="Yellow B">
      <a:srgbClr val="FFD068"/>
    </a:custClr>
    <a:custClr name="Yellow C">
      <a:srgbClr val="FFB24A"/>
    </a:custClr>
    <a:custClr name="Yellow D">
      <a:srgbClr val="FF9C29"/>
    </a:custClr>
    <a:custClr name="Yellow E">
      <a:srgbClr val="FF8E12"/>
    </a:custClr>
    <a:custClr name="Velvet A">
      <a:srgbClr val="9E4780"/>
    </a:custClr>
    <a:custClr name="Velvet B">
      <a:srgbClr val="802B73"/>
    </a:custClr>
    <a:custClr name="Velvet C">
      <a:srgbClr val="750D5C"/>
    </a:custClr>
    <a:custClr name="Velvet D">
      <a:srgbClr val="590A42"/>
    </a:custClr>
    <a:custClr name="Velvet E">
      <a:srgbClr val="42142E"/>
    </a:custClr>
    <a:custClr name="Red A">
      <a:srgbClr val="FF5770"/>
    </a:custClr>
    <a:custClr name="Red B">
      <a:srgbClr val="FF455E"/>
    </a:custClr>
    <a:custClr name="Red C">
      <a:srgbClr val="FF304D"/>
    </a:custClr>
    <a:custClr name="Red D">
      <a:srgbClr val="E30021"/>
    </a:custClr>
    <a:custClr name="Red E">
      <a:srgbClr val="A6001A"/>
    </a:custClr>
  </a:custClrLst>
  <a:extLst>
    <a:ext uri="{05A4C25C-085E-4340-85A3-A5531E510DB2}">
      <thm15:themeFamily xmlns:thm15="http://schemas.microsoft.com/office/thememl/2012/main" name="Capgemini-template-master_2024.pptx" id="{CAED51C0-F65D-4BF6-BF3B-AADDC8FCC7A2}" vid="{4D682C99-A36A-4849-ABF2-97DF139CA54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4EED2041BB84FAADAEEED37CCA767" ma:contentTypeVersion="22" ma:contentTypeDescription="Create a new document." ma:contentTypeScope="" ma:versionID="954ff4ebb23f7fd76e74602c19edb222">
  <xsd:schema xmlns:xsd="http://www.w3.org/2001/XMLSchema" xmlns:xs="http://www.w3.org/2001/XMLSchema" xmlns:p="http://schemas.microsoft.com/office/2006/metadata/properties" xmlns:ns2="73176d5b-9430-4e66-b33f-41903d64ba6b" xmlns:ns3="75f6b4fc-a96d-4771-97b5-b90f5c6cd162" targetNamespace="http://schemas.microsoft.com/office/2006/metadata/properties" ma:root="true" ma:fieldsID="2a6d7072647e6ca964d284378c95fa8e" ns2:_="" ns3:_="">
    <xsd:import namespace="73176d5b-9430-4e66-b33f-41903d64ba6b"/>
    <xsd:import namespace="75f6b4fc-a96d-4771-97b5-b90f5c6cd1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Location" minOccurs="0"/>
                <xsd:element ref="ns2:AddedtoCampusDate" minOccurs="0"/>
                <xsd:element ref="ns2:AssociatedLearning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176d5b-9430-4e66-b33f-41903d64ba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ocation" ma:index="26" nillable="true" ma:displayName="Location " ma:format="Dropdown" ma:internalName="Location">
      <xsd:simpleType>
        <xsd:restriction base="dms:Text">
          <xsd:maxLength value="255"/>
        </xsd:restriction>
      </xsd:simpleType>
    </xsd:element>
    <xsd:element name="AddedtoCampusDate" ma:index="27" nillable="true" ma:displayName="Added to Degreed Date" ma:format="Dropdown" ma:internalName="AddedtoCampusDate">
      <xsd:simpleType>
        <xsd:restriction base="dms:Text">
          <xsd:maxLength value="255"/>
        </xsd:restriction>
      </xsd:simpleType>
    </xsd:element>
    <xsd:element name="AssociatedLearning" ma:index="28" nillable="true" ma:displayName="Associated Learning " ma:format="Dropdown" ma:internalName="AssociatedLearning">
      <xsd:simpleType>
        <xsd:restriction base="dms:Text">
          <xsd:maxLength value="255"/>
        </xsd:restriction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f6b4fc-a96d-4771-97b5-b90f5c6cd16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b1938d20-e235-48fa-8a74-77124f4bdd41}" ma:internalName="TaxCatchAll" ma:showField="CatchAllData" ma:web="75f6b4fc-a96d-4771-97b5-b90f5c6cd16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176d5b-9430-4e66-b33f-41903d64ba6b">
      <Terms xmlns="http://schemas.microsoft.com/office/infopath/2007/PartnerControls"/>
    </lcf76f155ced4ddcb4097134ff3c332f>
    <TaxCatchAll xmlns="75f6b4fc-a96d-4771-97b5-b90f5c6cd162" xsi:nil="true"/>
    <Location xmlns="73176d5b-9430-4e66-b33f-41903d64ba6b" xsi:nil="true"/>
    <AssociatedLearning xmlns="73176d5b-9430-4e66-b33f-41903d64ba6b" xsi:nil="true"/>
    <AddedtoCampusDate xmlns="73176d5b-9430-4e66-b33f-41903d64ba6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F77507-7D7C-41FD-8E63-62494B79EC46}">
  <ds:schemaRefs>
    <ds:schemaRef ds:uri="73176d5b-9430-4e66-b33f-41903d64ba6b"/>
    <ds:schemaRef ds:uri="75f6b4fc-a96d-4771-97b5-b90f5c6cd16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65A860F-AA42-4543-B3FE-9796F758843F}">
  <ds:schemaRefs>
    <ds:schemaRef ds:uri="73176d5b-9430-4e66-b33f-41903d64ba6b"/>
    <ds:schemaRef ds:uri="75f6b4fc-a96d-4771-97b5-b90f5c6cd16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A4AB5EE-51F2-4B2D-90C7-AD659AEBC4D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6a2ae5a-9f00-4f6b-95ed-5d33d77c4d61}" enabled="0" method="" siteId="{76a2ae5a-9f00-4f6b-95ed-5d33d77c4d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4</Slides>
  <Notes>4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1_Capgemini_2024</vt:lpstr>
      <vt:lpstr>Capgemini_2024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Sharma, Sumit</dc:creator>
  <cp:revision>1</cp:revision>
  <dcterms:created xsi:type="dcterms:W3CDTF">2024-12-11T07:14:28Z</dcterms:created>
  <dcterms:modified xsi:type="dcterms:W3CDTF">2025-04-30T14:26:07Z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0x010100C3F4EED2041BB84FAADAEEED37CCA767</vt:lpwstr>
  </property>
  <property fmtid="{D5CDD505-2E9C-101B-9397-08002B2CF9AE}" pid="3" name="MediaServiceImageTags">
    <vt:lpwstr/>
  </property>
</Properties>
</file>