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722" r:id="rId5"/>
  </p:sldMasterIdLst>
  <p:notesMasterIdLst>
    <p:notesMasterId r:id="rId10"/>
  </p:notesMasterIdLst>
  <p:sldIdLst>
    <p:sldId id="257" r:id="rId6"/>
    <p:sldId id="2147482924" r:id="rId7"/>
    <p:sldId id="2147482830" r:id="rId8"/>
    <p:sldId id="214748292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ABDB"/>
    <a:srgbClr val="1984AA"/>
    <a:srgbClr val="BCE7FF"/>
    <a:srgbClr val="0070AD"/>
    <a:srgbClr val="1AA1D8"/>
    <a:srgbClr val="0D0E13"/>
    <a:srgbClr val="383B4E"/>
    <a:srgbClr val="298D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55514-8532-D8E2-7BFF-8F6936562769}" v="21" dt="2025-04-30T14:09:56.196"/>
    <p1510:client id="{53085B7E-0F7E-2905-544A-35FDF515D719}" v="25" dt="2025-04-30T14:13:25.692"/>
    <p1510:client id="{AF8A268C-57DE-48B4-8DDC-59FE7061FD9A}" v="6" dt="2025-04-30T14:11:07.6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dav, Yash Raj" userId="S::yash-raj.yadav@capgemini.com::73c5ece9-f22c-4a30-b5c6-4a70150484d3" providerId="AD" clId="Web-{53085B7E-0F7E-2905-544A-35FDF515D719}"/>
    <pc:docChg chg="modSld">
      <pc:chgData name="Yadav, Yash Raj" userId="S::yash-raj.yadav@capgemini.com::73c5ece9-f22c-4a30-b5c6-4a70150484d3" providerId="AD" clId="Web-{53085B7E-0F7E-2905-544A-35FDF515D719}" dt="2025-04-30T14:13:25.489" v="11" actId="1076"/>
      <pc:docMkLst>
        <pc:docMk/>
      </pc:docMkLst>
      <pc:sldChg chg="modSp">
        <pc:chgData name="Yadav, Yash Raj" userId="S::yash-raj.yadav@capgemini.com::73c5ece9-f22c-4a30-b5c6-4a70150484d3" providerId="AD" clId="Web-{53085B7E-0F7E-2905-544A-35FDF515D719}" dt="2025-04-30T14:13:25.489" v="11" actId="1076"/>
        <pc:sldMkLst>
          <pc:docMk/>
          <pc:sldMk cId="1663957642" sldId="257"/>
        </pc:sldMkLst>
        <pc:spChg chg="mod">
          <ac:chgData name="Yadav, Yash Raj" userId="S::yash-raj.yadav@capgemini.com::73c5ece9-f22c-4a30-b5c6-4a70150484d3" providerId="AD" clId="Web-{53085B7E-0F7E-2905-544A-35FDF515D719}" dt="2025-04-30T14:13:25.489" v="11" actId="1076"/>
          <ac:spMkLst>
            <pc:docMk/>
            <pc:sldMk cId="1663957642" sldId="257"/>
            <ac:spMk id="4" creationId="{72E17076-991C-431A-9B77-E8363D54BDC9}"/>
          </ac:spMkLst>
        </pc:spChg>
      </pc:sldChg>
    </pc:docChg>
  </pc:docChgLst>
  <pc:docChgLst>
    <pc:chgData name="Yadav, Yash Raj" userId="73c5ece9-f22c-4a30-b5c6-4a70150484d3" providerId="ADAL" clId="{AF8A268C-57DE-48B4-8DDC-59FE7061FD9A}"/>
    <pc:docChg chg="modSld">
      <pc:chgData name="Yadav, Yash Raj" userId="73c5ece9-f22c-4a30-b5c6-4a70150484d3" providerId="ADAL" clId="{AF8A268C-57DE-48B4-8DDC-59FE7061FD9A}" dt="2025-04-30T14:11:07.662" v="5" actId="113"/>
      <pc:docMkLst>
        <pc:docMk/>
      </pc:docMkLst>
      <pc:sldChg chg="modSp mod">
        <pc:chgData name="Yadav, Yash Raj" userId="73c5ece9-f22c-4a30-b5c6-4a70150484d3" providerId="ADAL" clId="{AF8A268C-57DE-48B4-8DDC-59FE7061FD9A}" dt="2025-04-30T14:11:07.662" v="5" actId="113"/>
        <pc:sldMkLst>
          <pc:docMk/>
          <pc:sldMk cId="326916843" sldId="2147482830"/>
        </pc:sldMkLst>
        <pc:spChg chg="mod">
          <ac:chgData name="Yadav, Yash Raj" userId="73c5ece9-f22c-4a30-b5c6-4a70150484d3" providerId="ADAL" clId="{AF8A268C-57DE-48B4-8DDC-59FE7061FD9A}" dt="2025-04-30T14:11:03.351" v="4" actId="255"/>
          <ac:spMkLst>
            <pc:docMk/>
            <pc:sldMk cId="326916843" sldId="2147482830"/>
            <ac:spMk id="4" creationId="{90402FDC-B1C5-5016-50CB-70DDC9421CC9}"/>
          </ac:spMkLst>
        </pc:spChg>
        <pc:spChg chg="mod">
          <ac:chgData name="Yadav, Yash Raj" userId="73c5ece9-f22c-4a30-b5c6-4a70150484d3" providerId="ADAL" clId="{AF8A268C-57DE-48B4-8DDC-59FE7061FD9A}" dt="2025-04-30T14:11:07.662" v="5" actId="113"/>
          <ac:spMkLst>
            <pc:docMk/>
            <pc:sldMk cId="326916843" sldId="2147482830"/>
            <ac:spMk id="8" creationId="{F69C4B4C-2275-9B87-0041-4DD8FDF30C02}"/>
          </ac:spMkLst>
        </pc:spChg>
        <pc:spChg chg="mod">
          <ac:chgData name="Yadav, Yash Raj" userId="73c5ece9-f22c-4a30-b5c6-4a70150484d3" providerId="ADAL" clId="{AF8A268C-57DE-48B4-8DDC-59FE7061FD9A}" dt="2025-04-30T14:10:50.865" v="2" actId="255"/>
          <ac:spMkLst>
            <pc:docMk/>
            <pc:sldMk cId="326916843" sldId="2147482830"/>
            <ac:spMk id="12" creationId="{A0EE4DF6-5D28-3622-586D-80D565B7ECFF}"/>
          </ac:spMkLst>
        </pc:spChg>
        <pc:spChg chg="mod">
          <ac:chgData name="Yadav, Yash Raj" userId="73c5ece9-f22c-4a30-b5c6-4a70150484d3" providerId="ADAL" clId="{AF8A268C-57DE-48B4-8DDC-59FE7061FD9A}" dt="2025-04-30T14:10:56.815" v="3" actId="255"/>
          <ac:spMkLst>
            <pc:docMk/>
            <pc:sldMk cId="326916843" sldId="2147482830"/>
            <ac:spMk id="13" creationId="{7372AA5B-3F96-F061-6705-BED52C2EEE52}"/>
          </ac:spMkLst>
        </pc:spChg>
      </pc:sldChg>
    </pc:docChg>
  </pc:docChgLst>
  <pc:docChgLst>
    <pc:chgData name="Yadav, Yash Raj" userId="S::yash-raj.yadav@capgemini.com::73c5ece9-f22c-4a30-b5c6-4a70150484d3" providerId="AD" clId="Web-{0BB55514-8532-D8E2-7BFF-8F6936562769}"/>
    <pc:docChg chg="modSld">
      <pc:chgData name="Yadav, Yash Raj" userId="S::yash-raj.yadav@capgemini.com::73c5ece9-f22c-4a30-b5c6-4a70150484d3" providerId="AD" clId="Web-{0BB55514-8532-D8E2-7BFF-8F6936562769}" dt="2025-04-30T14:09:37.492" v="9" actId="14100"/>
      <pc:docMkLst>
        <pc:docMk/>
      </pc:docMkLst>
      <pc:sldChg chg="modSp">
        <pc:chgData name="Yadav, Yash Raj" userId="S::yash-raj.yadav@capgemini.com::73c5ece9-f22c-4a30-b5c6-4a70150484d3" providerId="AD" clId="Web-{0BB55514-8532-D8E2-7BFF-8F6936562769}" dt="2025-04-30T14:09:37.492" v="9" actId="14100"/>
        <pc:sldMkLst>
          <pc:docMk/>
          <pc:sldMk cId="3322232334" sldId="2147482924"/>
        </pc:sldMkLst>
        <pc:spChg chg="mod">
          <ac:chgData name="Yadav, Yash Raj" userId="S::yash-raj.yadav@capgemini.com::73c5ece9-f22c-4a30-b5c6-4a70150484d3" providerId="AD" clId="Web-{0BB55514-8532-D8E2-7BFF-8F6936562769}" dt="2025-04-30T14:09:23.007" v="7" actId="20577"/>
          <ac:spMkLst>
            <pc:docMk/>
            <pc:sldMk cId="3322232334" sldId="2147482924"/>
            <ac:spMk id="4" creationId="{76623062-759A-A9D5-A5F9-B8D55B932E0B}"/>
          </ac:spMkLst>
        </pc:spChg>
        <pc:spChg chg="mod">
          <ac:chgData name="Yadav, Yash Raj" userId="S::yash-raj.yadav@capgemini.com::73c5ece9-f22c-4a30-b5c6-4a70150484d3" providerId="AD" clId="Web-{0BB55514-8532-D8E2-7BFF-8F6936562769}" dt="2025-04-30T14:08:27.599" v="0" actId="20577"/>
          <ac:spMkLst>
            <pc:docMk/>
            <pc:sldMk cId="3322232334" sldId="2147482924"/>
            <ac:spMk id="11" creationId="{E241652D-B33D-70B5-E363-ADFF048CF466}"/>
          </ac:spMkLst>
        </pc:spChg>
        <pc:spChg chg="mod">
          <ac:chgData name="Yadav, Yash Raj" userId="S::yash-raj.yadav@capgemini.com::73c5ece9-f22c-4a30-b5c6-4a70150484d3" providerId="AD" clId="Web-{0BB55514-8532-D8E2-7BFF-8F6936562769}" dt="2025-04-30T14:09:37.492" v="9" actId="14100"/>
          <ac:spMkLst>
            <pc:docMk/>
            <pc:sldMk cId="3322232334" sldId="2147482924"/>
            <ac:spMk id="21" creationId="{4ACAC1C9-4228-C5CC-644E-ACBB2899A87A}"/>
          </ac:spMkLst>
        </pc:spChg>
        <pc:spChg chg="mod">
          <ac:chgData name="Yadav, Yash Raj" userId="S::yash-raj.yadav@capgemini.com::73c5ece9-f22c-4a30-b5c6-4a70150484d3" providerId="AD" clId="Web-{0BB55514-8532-D8E2-7BFF-8F6936562769}" dt="2025-04-30T14:08:44.381" v="3" actId="20577"/>
          <ac:spMkLst>
            <pc:docMk/>
            <pc:sldMk cId="3322232334" sldId="2147482924"/>
            <ac:spMk id="24" creationId="{669E9077-BB8D-879A-7558-BC0BF73D193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9B76A-4F7D-4E36-83F0-A884D71F268A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C9D03-EA1B-41EE-9580-4BF7FC9B9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12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effectLst/>
                <a:latin typeface="-apple-system"/>
              </a:rPr>
              <a:t>Welcome to this training session of prompt detailed </a:t>
            </a:r>
            <a:r>
              <a:rPr lang="en-US"/>
              <a:t>"Here, we’ll dive into the detailed features of prompt X, illustrated with an e-commerce chatbot example."</a:t>
            </a:r>
          </a:p>
          <a:p>
            <a:endParaRPr lang="en-US"/>
          </a:p>
          <a:p>
            <a:r>
              <a:rPr lang="en-US">
                <a:effectLst/>
                <a:latin typeface="-apple-system"/>
              </a:rPr>
              <a:t> 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71A529-52D4-4CBB-B961-704D966D45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087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6548F-816D-241E-5C0D-AFE2C845E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B8802-7C59-0CB8-0159-F7146473C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384C2-9860-726E-7CC8-012AC2E36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we’ll explore the concept of using </a:t>
            </a:r>
            <a:r>
              <a:rPr lang="en-US" b="1"/>
              <a:t>Multiple Data Sources</a:t>
            </a:r>
            <a:r>
              <a:rPr lang="en-US"/>
              <a:t> in Retrieval-Augmented Generation (RAG), linked to the e-commerce customer support chat application.</a:t>
            </a:r>
          </a:p>
          <a:p>
            <a:endParaRPr lang="en-US"/>
          </a:p>
          <a:p>
            <a:r>
              <a:rPr lang="en-US" b="1"/>
              <a:t>Key Concepts</a:t>
            </a:r>
          </a:p>
          <a:p>
            <a:endParaRPr lang="en-US" b="1"/>
          </a:p>
          <a:p>
            <a:r>
              <a:rPr lang="en-US" b="1"/>
              <a:t>1. Website Integration</a:t>
            </a:r>
            <a:br>
              <a:rPr lang="en-US"/>
            </a:br>
            <a:r>
              <a:rPr lang="en-US"/>
              <a:t>"This feature enables querying unstructured data directly from websites, such as product pages or FAQs.“</a:t>
            </a:r>
          </a:p>
          <a:p>
            <a:endParaRPr lang="en-US"/>
          </a:p>
          <a:p>
            <a:r>
              <a:rPr lang="en-US" b="1"/>
              <a:t>Implementation </a:t>
            </a:r>
          </a:p>
          <a:p>
            <a:r>
              <a:rPr lang="en-US" b="1" err="1"/>
              <a:t>UnstructuredURLLoader</a:t>
            </a:r>
            <a:r>
              <a:rPr lang="en-US"/>
              <a:t> from </a:t>
            </a:r>
            <a:r>
              <a:rPr lang="en-US" err="1"/>
              <a:t>LangChain</a:t>
            </a:r>
            <a:r>
              <a:rPr lang="en-US"/>
              <a:t> extracts website content for embedding and retrieval.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 loaded data undergoes the RAG pipeline to generate contextually relevant answers.</a:t>
            </a:r>
          </a:p>
          <a:p>
            <a:pPr>
              <a:buFont typeface="Arial" panose="020B0604020202020204" pitchFamily="34" charset="0"/>
              <a:buNone/>
            </a:pPr>
            <a:endParaRPr lang="en-US"/>
          </a:p>
          <a:p>
            <a:r>
              <a:rPr lang="en-US" b="1"/>
              <a:t>E-commerce Use Case: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If a customer asks about shipping policies, the agent retrieves content directly from the e-commerce website.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 b="1"/>
              <a:t>2. Confluence Integration</a:t>
            </a:r>
            <a:br>
              <a:rPr lang="en-US"/>
            </a:br>
            <a:r>
              <a:rPr lang="en-US"/>
              <a:t>"Integrating Confluence allows querying internal knowledge spaces, such as team manuals or product support documents.“</a:t>
            </a:r>
          </a:p>
          <a:p>
            <a:endParaRPr lang="en-US"/>
          </a:p>
          <a:p>
            <a:r>
              <a:rPr lang="en-US" b="1"/>
              <a:t>Implementation </a:t>
            </a:r>
          </a:p>
          <a:p>
            <a:r>
              <a:rPr lang="en-US" b="1" err="1"/>
              <a:t>ConfluenceLoader</a:t>
            </a:r>
            <a:r>
              <a:rPr lang="en-US"/>
              <a:t> from </a:t>
            </a:r>
            <a:r>
              <a:rPr lang="en-US" err="1"/>
              <a:t>LangChain</a:t>
            </a:r>
            <a:r>
              <a:rPr lang="en-US"/>
              <a:t> fetches data securely after user authentication.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Supports querying pages, blog posts, and other content types.</a:t>
            </a:r>
          </a:p>
          <a:p>
            <a:pPr>
              <a:buFont typeface="Arial" panose="020B0604020202020204" pitchFamily="34" charset="0"/>
              <a:buNone/>
            </a:pPr>
            <a:endParaRPr lang="en-US"/>
          </a:p>
          <a:p>
            <a:r>
              <a:rPr lang="en-US" b="1"/>
              <a:t>E-commerce Use Case: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 support agent retrieves troubleshooting guides for a product directly from the company’s Confluence space to assist a customer.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 b="1"/>
              <a:t>Benefits</a:t>
            </a:r>
          </a:p>
          <a:p>
            <a:pPr>
              <a:buFont typeface="+mj-lt"/>
              <a:buAutoNum type="arabicPeriod"/>
            </a:pPr>
            <a:r>
              <a:rPr lang="en-US" b="1"/>
              <a:t>Expanded Knowledge Access</a:t>
            </a:r>
            <a:r>
              <a:rPr lang="en-US"/>
              <a:t>: Retrieves data from multiple sources like websites and internal documents.</a:t>
            </a:r>
          </a:p>
          <a:p>
            <a:pPr>
              <a:buFont typeface="+mj-lt"/>
              <a:buAutoNum type="arabicPeriod"/>
            </a:pPr>
            <a:r>
              <a:rPr lang="en-US" b="1"/>
              <a:t>Contextual Relevance</a:t>
            </a:r>
            <a:r>
              <a:rPr lang="en-US"/>
              <a:t>: Combines external and internal knowledge for precise responses.</a:t>
            </a:r>
          </a:p>
          <a:p>
            <a:pPr>
              <a:buFont typeface="+mj-lt"/>
              <a:buAutoNum type="arabicPeriod"/>
            </a:pPr>
            <a:r>
              <a:rPr lang="en-US" b="1"/>
              <a:t>Improved Support Efficiency</a:t>
            </a:r>
            <a:r>
              <a:rPr lang="en-US"/>
              <a:t>: Speeds up resolutions by accessing comprehensive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8D91C-0F50-8ED1-1D48-729814656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E2F96-5586-4898-AF1F-86FD73CD7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5519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Admin Dashboard, a powerful tool for monitoring and managing the performance and resource usage within the system. It provides valuable insights into model usage, user activity, and model performance. </a:t>
            </a:r>
          </a:p>
          <a:p>
            <a:r>
              <a:rPr lang="en-IN" b="1"/>
              <a:t>Key Sections:</a:t>
            </a:r>
          </a:p>
          <a:p>
            <a:r>
              <a:rPr lang="en-IN" b="1"/>
              <a:t>1)Statistics Overview</a:t>
            </a:r>
            <a:r>
              <a:rPr lang="en-IN"/>
              <a:t> section is where we get a high-level view of key metrics. Here, we can see the </a:t>
            </a:r>
            <a:r>
              <a:rPr lang="en-IN" b="1"/>
              <a:t>Credits Used per Model</a:t>
            </a:r>
            <a:r>
              <a:rPr lang="en-IN"/>
              <a:t>, which helps in understanding how much resource each model is consuming. This helps in evaluating model efficiency and cost-effectiveness, allowing admins to make informed decisions.</a:t>
            </a:r>
          </a:p>
          <a:p>
            <a:r>
              <a:rPr lang="en-IN" b="1"/>
              <a:t>2)User Activity</a:t>
            </a:r>
            <a:r>
              <a:rPr lang="en-IN"/>
              <a:t> This part is divided into two key components:</a:t>
            </a:r>
          </a:p>
          <a:p>
            <a:pPr>
              <a:buFont typeface="+mj-lt"/>
              <a:buNone/>
            </a:pPr>
            <a:r>
              <a:rPr lang="en-IN" b="1"/>
              <a:t>a)Top 10 Active Users</a:t>
            </a:r>
            <a:r>
              <a:rPr lang="en-IN"/>
              <a:t>: This list shows the top 10 users based on their credit usage, allowing admins to easily identify the most active users.</a:t>
            </a:r>
          </a:p>
          <a:p>
            <a:pPr>
              <a:buFont typeface="+mj-lt"/>
              <a:buNone/>
            </a:pPr>
            <a:r>
              <a:rPr lang="en-IN" b="1"/>
              <a:t>b)User-wise Credit Usage</a:t>
            </a:r>
            <a:r>
              <a:rPr lang="en-IN"/>
              <a:t>: Here, we get a detailed breakdown of credit usage by individual users, helping admins identify heavy users and allocate resources accordingly</a:t>
            </a:r>
          </a:p>
          <a:p>
            <a:pPr>
              <a:buFont typeface="+mj-lt"/>
              <a:buNone/>
            </a:pPr>
            <a:r>
              <a:rPr lang="en-IN" b="1"/>
              <a:t>3)Model Performance</a:t>
            </a:r>
            <a:r>
              <a:rPr lang="en-IN"/>
              <a:t> section, we track the </a:t>
            </a:r>
            <a:r>
              <a:rPr lang="en-IN" b="1"/>
              <a:t>Credits Used per Model per Day</a:t>
            </a:r>
            <a:r>
              <a:rPr lang="en-IN"/>
              <a:t>. This is represented in a bar graph, offering a visual representation of daily credit consumption across different models. It helps identify usage trends, so admins can predict future credit requirements and optimize model usage.</a:t>
            </a:r>
          </a:p>
          <a:p>
            <a:pPr>
              <a:buFont typeface="+mj-lt"/>
              <a:buNone/>
            </a:pPr>
            <a:endParaRPr lang="en-IN"/>
          </a:p>
          <a:p>
            <a:endParaRPr lang="en-IN"/>
          </a:p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E2F96-5586-4898-AF1F-86FD73CD7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0367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624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4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3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image" Target="../media/image11.png"/><Relationship Id="rId12" Type="http://schemas.openxmlformats.org/officeDocument/2006/relationships/hyperlink" Target="http://www.youtube.com/capgeminimedia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linkedin.com/company/capgemini" TargetMode="External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hyperlink" Target="http://www.slideshare.net/capgemini" TargetMode="External"/><Relationship Id="rId14" Type="http://schemas.microsoft.com/office/2007/relationships/hdphoto" Target="../media/hdphoto4.wdp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9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3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image" Target="../media/image11.png"/><Relationship Id="rId12" Type="http://schemas.openxmlformats.org/officeDocument/2006/relationships/hyperlink" Target="http://www.youtube.com/capgeminimedia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hyperlink" Target="http://www.linkedin.com/company/capgemini" TargetMode="External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hyperlink" Target="http://www.slideshare.net/capgemini" TargetMode="External"/><Relationship Id="rId14" Type="http://schemas.microsoft.com/office/2007/relationships/hdphoto" Target="../media/hdphoto4.wdp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935B1-1E9A-902D-1107-E84E1CDCC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AB5440-AAF9-D636-D963-1CF51D4EEE3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CD0850-5040-0CC6-F657-BF2242F63884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8F4CC8-6692-0A4C-C931-B50A99D5E8D4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45E874-9471-204B-FEA4-29B6C383031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D723AF-3402-E7B5-291B-2ABCD137B39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674913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263427DF-DAE9-5C4C-6A1A-438ED4F52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5457155"/>
            <a:ext cx="11090276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AAC7C66-F303-132A-295B-65A79300A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6CECF1A1-AFBB-C9C3-8C4C-A333753514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6500998E-0CA2-4FA3-BF63-EC673ABF21BF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F3E23DF4-7EAD-57AB-752A-EC8452CB6C51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879BEAB9-ED4E-001A-5054-C9630CF436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DC469B38-0BDD-091F-8A89-643F5C025E37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04538F8-26C6-0B5E-9B13-7C72AEACEC0C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635BD2C3-1CF1-2C4D-754E-091C3266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3429336" y="25029"/>
            <a:ext cx="8715336" cy="72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737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765034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265103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s slide 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6C2E4BB5-C5E3-F6F8-4261-BF330F6E49A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7" name="Freeform: Shape 4">
              <a:extLst>
                <a:ext uri="{FF2B5EF4-FFF2-40B4-BE49-F238E27FC236}">
                  <a16:creationId xmlns:a16="http://schemas.microsoft.com/office/drawing/2014/main" id="{0F3FBF3D-73C2-AEF9-6A29-26E9974EB2B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5">
              <a:extLst>
                <a:ext uri="{FF2B5EF4-FFF2-40B4-BE49-F238E27FC236}">
                  <a16:creationId xmlns:a16="http://schemas.microsoft.com/office/drawing/2014/main" id="{16D7EF54-CF87-4A1F-B1F7-681296888423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6">
              <a:extLst>
                <a:ext uri="{FF2B5EF4-FFF2-40B4-BE49-F238E27FC236}">
                  <a16:creationId xmlns:a16="http://schemas.microsoft.com/office/drawing/2014/main" id="{411034BC-7D78-A8D4-1F4A-8C4D8937B48B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7">
              <a:extLst>
                <a:ext uri="{FF2B5EF4-FFF2-40B4-BE49-F238E27FC236}">
                  <a16:creationId xmlns:a16="http://schemas.microsoft.com/office/drawing/2014/main" id="{91A42476-4DC0-A3D4-0B82-C32497A9655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61A1CDED-A495-D2CB-B478-6B5C933C774A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8405267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EC1CE0-E890-6F27-EC37-CCBB63335D4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FC1EFD8E-6111-C0FE-F23B-7FCABA181AFF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3">
              <a:extLst>
                <a:ext uri="{FF2B5EF4-FFF2-40B4-BE49-F238E27FC236}">
                  <a16:creationId xmlns:a16="http://schemas.microsoft.com/office/drawing/2014/main" id="{2E0336C3-FD2D-34F2-37FE-01F1463B9B1A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BCC79B1A-4DEF-2D28-22B2-7BFA7646E1A5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4">
              <a:extLst>
                <a:ext uri="{FF2B5EF4-FFF2-40B4-BE49-F238E27FC236}">
                  <a16:creationId xmlns:a16="http://schemas.microsoft.com/office/drawing/2014/main" id="{95610CD6-85BD-3AFA-95C6-25178AB66F0D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DE7326A8-CE97-C71F-CFF8-B35813A22238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566356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se slide 3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112FC67-26E6-91F9-0FAE-2948832699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FC0E4D70-5998-8125-42E2-E0EE77A84AC4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FBD6D893-3276-B285-3B03-8726CD1FFB2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6F9A7FDE-2DE1-AB6B-F371-23968DFB687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id="{72366D37-668B-51CE-2CE6-C9DA736141B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8">
              <a:extLst>
                <a:ext uri="{FF2B5EF4-FFF2-40B4-BE49-F238E27FC236}">
                  <a16:creationId xmlns:a16="http://schemas.microsoft.com/office/drawing/2014/main" id="{9CF35CA0-09E8-81C3-4DA7-F503D6BAE3A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16">
            <a:extLst>
              <a:ext uri="{FF2B5EF4-FFF2-40B4-BE49-F238E27FC236}">
                <a16:creationId xmlns:a16="http://schemas.microsoft.com/office/drawing/2014/main" id="{415561A2-AF17-AE8E-8E0A-9B607FD1F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896" y="1107202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38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053956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650393B-7E46-5ECE-4310-AF8EC725574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09E51387-52A5-B06A-AEC1-9A4DA7D2DAC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1A2D993C-1439-0B90-F87F-84C15E66CF4C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9D4A7921-9C3C-6166-B6B7-CEDC5FF28E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F10A1F9A-93B6-1683-DDEE-2FA6B370E583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74BF5A15-51F5-5003-8669-EA9C008D0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984450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AA102172-14DD-5ED5-33AF-35672124237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21C01B30-4538-A317-44E5-BDF28A06DCA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A9A8C1E0-9587-0DA1-86EF-2B2312071C5E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B65EA192-75EF-F13F-0CC2-C84DE74A65A7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A48BD9AC-7231-CA62-C64B-046F4398B636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E90D6E4E-CBEC-C140-FE24-C2FD729A0A29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211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943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3032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3C5622C-AFD4-93DA-3105-DD24A1095D2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EC1F4AF4-B2D1-B383-5414-6A7CE220351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562EA075-7E1A-57B6-FA93-F8A92DA56EC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ABED82B4-66F4-60A2-8FF7-76C7FFFB8A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C403332C-6371-29E3-2335-DFAA7BE6C2F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3D2D8432-F91A-C228-692F-66BF4106BFBA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2613583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A8A661-3751-29DA-1AB9-334A7C98EA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E0FC8CB-F05E-FFD4-8D7F-1F94AC26DA2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34D3664-9369-B221-FD17-0597A682848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7A7E500-54F5-1815-C9B9-3954ED883928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AE2D512F-FC3A-33B0-5954-0D1BFB4C1437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20">
              <a:extLst>
                <a:ext uri="{FF2B5EF4-FFF2-40B4-BE49-F238E27FC236}">
                  <a16:creationId xmlns:a16="http://schemas.microsoft.com/office/drawing/2014/main" id="{BB0A86DD-9E86-EB4E-14DC-ECC7130D6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939198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51496C4-1393-EC1A-FE90-568BF22C8C7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0937F72A-96AE-F5EC-755D-D45529304F35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96B9DAFA-5CFE-3E91-78D3-742C4B9A849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CB9EFD82-551E-D525-DCB6-363C1A232636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F9FEB3BD-8FE6-4A58-DFA9-1F350C2DE2F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D59F2406-4DC9-3FBA-F0C2-60E886FCA30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409415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764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8077F6A-5588-29E0-312C-D1B791C906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992C4824-37D6-415A-E6EC-6E62CD172F7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20C33BE-AD5D-4D60-D7A2-A931FD4F868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B4C80064-8B28-D1EF-FC09-F0AFF3877595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B9F29B0E-E913-EB3D-4F7C-383B5615790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E0CDEF2F-7154-A5C2-D640-669D5BB07DF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428774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DB64C0B-D342-EDD4-D426-B9A5B83A46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70BA0B6B-013E-ED21-5C0C-A7573716118E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8C76A2C-1551-D00B-5D24-ECE94A0DB1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F5EB07D2-E52D-E392-D3C8-37455096D778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04CC7865-5F12-6284-B1F5-C81724EA1048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F2F7B79C-F81D-D4E8-CCCC-1A80B79E58F5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92962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C6036FEE-55DE-70FD-8023-666A176E56D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4083" y="5360390"/>
            <a:chExt cx="3039349" cy="683316"/>
          </a:xfrm>
        </p:grpSpPr>
        <p:sp>
          <p:nvSpPr>
            <p:cNvPr id="9" name="Freeform: Shape 4">
              <a:extLst>
                <a:ext uri="{FF2B5EF4-FFF2-40B4-BE49-F238E27FC236}">
                  <a16:creationId xmlns:a16="http://schemas.microsoft.com/office/drawing/2014/main" id="{B1ED800D-0360-E693-191D-220DFE10BEC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5">
              <a:extLst>
                <a:ext uri="{FF2B5EF4-FFF2-40B4-BE49-F238E27FC236}">
                  <a16:creationId xmlns:a16="http://schemas.microsoft.com/office/drawing/2014/main" id="{95F4CCB2-170A-19BE-C942-B19098270C42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6">
              <a:extLst>
                <a:ext uri="{FF2B5EF4-FFF2-40B4-BE49-F238E27FC236}">
                  <a16:creationId xmlns:a16="http://schemas.microsoft.com/office/drawing/2014/main" id="{890A43B6-BBB1-B11D-0EB6-447FE3C6F0F1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B0A92FC2-E6FE-6A55-A3D8-D99E8E6201E5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8">
              <a:extLst>
                <a:ext uri="{FF2B5EF4-FFF2-40B4-BE49-F238E27FC236}">
                  <a16:creationId xmlns:a16="http://schemas.microsoft.com/office/drawing/2014/main" id="{1C3193CB-D868-D37B-4D53-F1726DCD2D02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8128683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9D2F3-3C15-428F-AF70-D31974E2F3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2613" y="3199768"/>
            <a:ext cx="9079459" cy="353225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7654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C4263A-DA82-3AB3-0A84-F2337DC19F6E}"/>
              </a:ext>
            </a:extLst>
          </p:cNvPr>
          <p:cNvSpPr/>
          <p:nvPr userDrawn="1"/>
        </p:nvSpPr>
        <p:spPr>
          <a:xfrm>
            <a:off x="-24680" y="1484784"/>
            <a:ext cx="5735960" cy="5373217"/>
          </a:xfrm>
          <a:prstGeom prst="rect">
            <a:avLst/>
          </a:prstGeom>
          <a:solidFill>
            <a:srgbClr val="17334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18650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25371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320932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368" y="388146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368" y="455360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368" y="52257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368" y="58978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11C9-BF1D-4957-9C22-F45DD34F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5681029" cy="7921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9422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Agenda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3778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AF09-C52E-54E6-E538-78C64D8A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21B52807-7673-5576-DEE4-0A88870C0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1944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09D0F-E907-3A0B-CF17-D622F6756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647941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E65870-6F3C-04B2-E814-901DB0CFC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ysClr val="windowText" lastClr="000000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2441166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CE45-A6FC-9CE9-F8CD-BA044CFE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86795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D6CCA-5023-D91C-5084-3ED466DC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6059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091BB-1771-4A6F-B93C-43E4798B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36000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3950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3915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3528-AA21-5972-C236-27F2D720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19573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3392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9022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6C4F5EE7-6CA6-23D5-2788-911B0B2A43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40215" y="1122907"/>
            <a:ext cx="4151785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409221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C25D57-CF8D-453D-9648-5B7859B01F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409221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50C691-8B76-E01C-4EF1-3EB567E0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0203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97BD40BB-A2F0-F646-3CC2-596CC419583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1122907"/>
            <a:ext cx="6096001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F1655B6-7DE6-4895-863F-EF917B2F07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775"/>
            <a:ext cx="5545137" cy="4824413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C572A4-9113-ABE4-A840-37A9AAC5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03246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8C20F-AA44-45A0-8BD7-3F72A12E08AD}"/>
              </a:ext>
            </a:extLst>
          </p:cNvPr>
          <p:cNvSpPr/>
          <p:nvPr userDrawn="1"/>
        </p:nvSpPr>
        <p:spPr>
          <a:xfrm>
            <a:off x="0" y="0"/>
            <a:ext cx="407366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003CB7C-5AB2-4487-B779-DFE57F79C5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5538"/>
            <a:ext cx="69840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219CA61-951E-46A4-A7C6-8A4C09FDC6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8774"/>
            <a:ext cx="6962544" cy="4824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D7751A-AC4E-473A-B544-73973FAE946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422379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52824-0DEF-7B5E-1D4F-BCBC062D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384" y="260350"/>
            <a:ext cx="6984000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8140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930BD6-6C9D-490A-BF02-403245ED99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895A1A3-A6AA-456A-98DD-23651F1D1D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4032" y="1125538"/>
            <a:ext cx="5063967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2C12DC-68D5-4DF5-891E-DAEB8A4AB6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84032" y="1627200"/>
            <a:ext cx="5063967" cy="48259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AAC9D4-CD35-41A1-A14D-B18A58A286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337B1-E3AC-A7E5-7836-78F324F9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17" y="260350"/>
            <a:ext cx="5063967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0112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05217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1949725-ACD2-44C4-85AF-10B39EC61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71E05-0646-A062-8DD0-B00651AE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142297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26986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7D3C6BC6-663C-C133-76CE-9BAB02DAED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67663" y="1122907"/>
            <a:ext cx="4224338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337213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13880FA-A20C-4104-8D48-DC99C13D0B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337213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Tx/>
              <a:defRPr sz="1400">
                <a:solidFill>
                  <a:schemeClr val="bg1"/>
                </a:solidFill>
              </a:defRPr>
            </a:lvl2pPr>
            <a:lvl3pPr>
              <a:buClrTx/>
              <a:defRPr sz="14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D9B30-9A2C-505E-36D0-05AF0DBA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5265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19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D947A8D9-3FE6-9441-652F-400363E7066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1" y="1122907"/>
            <a:ext cx="6096000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3B64D18-C45E-440C-9C66-6F1DDAC017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7200"/>
            <a:ext cx="5545137" cy="4825988"/>
          </a:xfrm>
          <a:prstGeom prst="rect">
            <a:avLst/>
          </a:prstGeom>
        </p:spPr>
        <p:txBody>
          <a:bodyPr vert="horz" lIns="0" tIns="0" rIns="21600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5044F-30C6-C6D9-84C0-2B925714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02225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0C8F40-0AE5-4281-9868-B3C794BF6FD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" y="0"/>
            <a:ext cx="420805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E5BD221-7593-42BD-A842-EFACB10DAB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6800"/>
            <a:ext cx="6962544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6C5C35D-CE7D-48CD-A1B2-353FFA53AE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7200"/>
            <a:ext cx="6962544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DFFA4EA6-56A9-4F86-ABC0-8D91183AD408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C156B522-A0C0-42B8-BB11-65082FE7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43AD94EE-7857-4B4F-8194-A523D32A3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D8BFFB-83BD-8B73-4F5E-285DBB5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744" y="260350"/>
            <a:ext cx="6978640" cy="79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1634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1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dark gre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A4E47E-A55F-4490-AD19-D9A415AA57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B7C70459-DE10-4F5D-80E6-BAD5BA6626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032" y="1125538"/>
            <a:ext cx="5047879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CC59ACB0-A839-47A7-AC17-01C5AED8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032" y="6907"/>
            <a:ext cx="5047879" cy="1127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8B886D2-95CB-49D8-B7AE-68DA209E76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4032" y="1627200"/>
            <a:ext cx="5047879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" name="Groupe 1">
            <a:extLst>
              <a:ext uri="{FF2B5EF4-FFF2-40B4-BE49-F238E27FC236}">
                <a16:creationId xmlns:a16="http://schemas.microsoft.com/office/drawing/2014/main" id="{E0AE299F-7351-4397-AACC-823584420C74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EAF937C-9725-44A1-BB6F-11B4974BA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0B23023F-6948-45C1-A879-0B093E949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705957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3013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apgemini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7">
            <a:extLst>
              <a:ext uri="{FF2B5EF4-FFF2-40B4-BE49-F238E27FC236}">
                <a16:creationId xmlns:a16="http://schemas.microsoft.com/office/drawing/2014/main" id="{8045CCAE-BD2B-495D-9881-0F2682E7F5DC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9" name="Freeform 320">
              <a:extLst>
                <a:ext uri="{FF2B5EF4-FFF2-40B4-BE49-F238E27FC236}">
                  <a16:creationId xmlns:a16="http://schemas.microsoft.com/office/drawing/2014/main" id="{6A17AE04-922A-4540-99C5-F8D62C3B0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21">
              <a:extLst>
                <a:ext uri="{FF2B5EF4-FFF2-40B4-BE49-F238E27FC236}">
                  <a16:creationId xmlns:a16="http://schemas.microsoft.com/office/drawing/2014/main" id="{DF832F2C-D3A7-4DE5-96EA-08ADD488B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942043-0ED4-4362-8DCB-F241572195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754F-A565-D595-AC8C-9F0E9407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54231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pic>
        <p:nvPicPr>
          <p:cNvPr id="10" name="Picture 7">
            <a:hlinkClick r:id="rId3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5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7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9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9747084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gradi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7">
            <a:hlinkClick r:id="rId3"/>
            <a:extLst>
              <a:ext uri="{FF2B5EF4-FFF2-40B4-BE49-F238E27FC236}">
                <a16:creationId xmlns:a16="http://schemas.microsoft.com/office/drawing/2014/main" id="{07109928-A368-8E6C-E810-A3BE356224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5" name="Picture 2">
            <a:hlinkClick r:id="rId5"/>
            <a:extLst>
              <a:ext uri="{FF2B5EF4-FFF2-40B4-BE49-F238E27FC236}">
                <a16:creationId xmlns:a16="http://schemas.microsoft.com/office/drawing/2014/main" id="{BC7C032C-2D1F-E483-8D4A-586900EE0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6" name="Picture 4">
            <a:hlinkClick r:id="rId7"/>
            <a:extLst>
              <a:ext uri="{FF2B5EF4-FFF2-40B4-BE49-F238E27FC236}">
                <a16:creationId xmlns:a16="http://schemas.microsoft.com/office/drawing/2014/main" id="{AEBD9D88-5872-54F3-A0E5-7F3AAA4CAE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7" name="Picture 6">
            <a:hlinkClick r:id="rId9"/>
            <a:extLst>
              <a:ext uri="{FF2B5EF4-FFF2-40B4-BE49-F238E27FC236}">
                <a16:creationId xmlns:a16="http://schemas.microsoft.com/office/drawing/2014/main" id="{66271E5E-9FCA-435A-BE7E-AA314EB197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4331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46A5DB-4C4F-1F79-F6F4-3019062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71C8D6D-C61C-2819-3276-89D365F7CAE8}"/>
              </a:ext>
            </a:extLst>
          </p:cNvPr>
          <p:cNvSpPr/>
          <p:nvPr userDrawn="1"/>
        </p:nvSpPr>
        <p:spPr>
          <a:xfrm>
            <a:off x="8554179" y="6053226"/>
            <a:ext cx="3242029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pic>
        <p:nvPicPr>
          <p:cNvPr id="26" name="Picture 7">
            <a:hlinkClick r:id="rId3"/>
            <a:extLst>
              <a:ext uri="{FF2B5EF4-FFF2-40B4-BE49-F238E27FC236}">
                <a16:creationId xmlns:a16="http://schemas.microsoft.com/office/drawing/2014/main" id="{23996BED-DA79-7795-E8CC-89B8B4F54B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2933" y="5569299"/>
            <a:ext cx="333195" cy="333195"/>
          </a:xfrm>
          <a:prstGeom prst="rect">
            <a:avLst/>
          </a:prstGeom>
          <a:noFill/>
        </p:spPr>
      </p:pic>
      <p:pic>
        <p:nvPicPr>
          <p:cNvPr id="27" name="Picture 2">
            <a:hlinkClick r:id="rId6"/>
            <a:extLst>
              <a:ext uri="{FF2B5EF4-FFF2-40B4-BE49-F238E27FC236}">
                <a16:creationId xmlns:a16="http://schemas.microsoft.com/office/drawing/2014/main" id="{41F22088-9EDE-E75E-205B-071BC64768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14089" y="5569299"/>
            <a:ext cx="333195" cy="333195"/>
          </a:xfrm>
          <a:prstGeom prst="rect">
            <a:avLst/>
          </a:prstGeom>
          <a:noFill/>
        </p:spPr>
      </p:pic>
      <p:pic>
        <p:nvPicPr>
          <p:cNvPr id="28" name="Picture 4">
            <a:hlinkClick r:id="rId9"/>
            <a:extLst>
              <a:ext uri="{FF2B5EF4-FFF2-40B4-BE49-F238E27FC236}">
                <a16:creationId xmlns:a16="http://schemas.microsoft.com/office/drawing/2014/main" id="{4B0CCAD4-0758-D6B9-EFF6-02B94D32DE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5245" y="5569299"/>
            <a:ext cx="333195" cy="333195"/>
          </a:xfrm>
          <a:prstGeom prst="rect">
            <a:avLst/>
          </a:prstGeom>
          <a:noFill/>
        </p:spPr>
      </p:pic>
      <p:pic>
        <p:nvPicPr>
          <p:cNvPr id="30" name="Picture 6">
            <a:hlinkClick r:id="rId12"/>
            <a:extLst>
              <a:ext uri="{FF2B5EF4-FFF2-40B4-BE49-F238E27FC236}">
                <a16:creationId xmlns:a16="http://schemas.microsoft.com/office/drawing/2014/main" id="{97D8A9F7-9109-48D0-0781-197117BF80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69299"/>
            <a:ext cx="333195" cy="333195"/>
          </a:xfrm>
          <a:prstGeom prst="rect">
            <a:avLst/>
          </a:prstGeo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E4C124A-1677-5379-4F1F-D80E084B6A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7CD1832-464E-8F19-D1FF-C26D2A4008C4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27580D5-10C4-1378-1B16-22D2C6577A5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296E9CB-B7F8-9F5C-5A91-CC70339F4284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14">
              <a:extLst>
                <a:ext uri="{FF2B5EF4-FFF2-40B4-BE49-F238E27FC236}">
                  <a16:creationId xmlns:a16="http://schemas.microsoft.com/office/drawing/2014/main" id="{4046F42C-B4B1-F5B5-97B0-295157FB511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id="{B9876A18-1EED-B3A2-6F45-2D9C7CE3D38D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3401406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3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6F7D79-F798-4363-8E9B-6BAAC637D4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Insert Picture and send to back</a:t>
            </a:r>
          </a:p>
          <a:p>
            <a:endParaRPr lang="en-US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1D5C5CA-E0F9-4194-9FD7-26150AB2A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3" y="4561383"/>
            <a:ext cx="11386134" cy="307777"/>
          </a:xfrm>
        </p:spPr>
        <p:txBody>
          <a:bodyPr wrap="square" lIns="36000" tIns="0" rIns="3600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5A39C93-A915-45D6-953A-AAC473CA2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813" y="2847127"/>
            <a:ext cx="11386134" cy="1661993"/>
          </a:xfrm>
        </p:spPr>
        <p:txBody>
          <a:bodyPr wrap="square" lIns="36000" rIns="36000" bIns="0" anchor="b" anchorCtr="0">
            <a:spAutoFit/>
          </a:bodyPr>
          <a:lstStyle>
            <a:lvl1pPr algn="l">
              <a:lnSpc>
                <a:spcPct val="90000"/>
              </a:lnSpc>
              <a:defRPr sz="6000" b="1" baseline="0"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Graphic 9">
            <a:extLst>
              <a:ext uri="{FF2B5EF4-FFF2-40B4-BE49-F238E27FC236}">
                <a16:creationId xmlns:a16="http://schemas.microsoft.com/office/drawing/2014/main" id="{2EC1376B-6D90-49FF-A3E6-C79ABC9F4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4050" y="622811"/>
            <a:ext cx="2239484" cy="49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295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-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43">
            <a:extLst>
              <a:ext uri="{FF2B5EF4-FFF2-40B4-BE49-F238E27FC236}">
                <a16:creationId xmlns:a16="http://schemas.microsoft.com/office/drawing/2014/main" id="{17C88DCA-1687-9D3F-510F-DB7805134421}"/>
              </a:ext>
            </a:extLst>
          </p:cNvPr>
          <p:cNvSpPr/>
          <p:nvPr userDrawn="1"/>
        </p:nvSpPr>
        <p:spPr>
          <a:xfrm>
            <a:off x="11791753" y="6517658"/>
            <a:ext cx="229263" cy="215444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/>
          <a:p>
            <a:pPr algn="l"/>
            <a:fld id="{0502E5A9-B53C-401E-A0E0-4A359BB0A9E5}" type="slidenum">
              <a:rPr lang="en-US" sz="800" smtClea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80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1E59FAA2-8181-BDD8-824F-A01749096477}"/>
              </a:ext>
            </a:extLst>
          </p:cNvPr>
          <p:cNvSpPr/>
          <p:nvPr userDrawn="1"/>
        </p:nvSpPr>
        <p:spPr>
          <a:xfrm>
            <a:off x="9229693" y="6573738"/>
            <a:ext cx="2529539" cy="107722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Company Confidential © Capgemini 2024. All rights reserved |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35FF068-636F-FDE9-F99D-FF2C8F01D60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753998" y="246534"/>
            <a:ext cx="2267018" cy="509586"/>
            <a:chOff x="9550400" y="612775"/>
            <a:chExt cx="2231297" cy="501650"/>
          </a:xfrm>
          <a:solidFill>
            <a:schemeClr val="bg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4BAD855-4C24-DA81-1801-ACD41EA8DA9E}"/>
                </a:ext>
              </a:extLst>
            </p:cNvPr>
            <p:cNvSpPr/>
            <p:nvPr/>
          </p:nvSpPr>
          <p:spPr>
            <a:xfrm>
              <a:off x="11517270" y="764033"/>
              <a:ext cx="261161" cy="212194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C501C08-6771-1D76-A8BF-DD49B8B44D96}"/>
                </a:ext>
              </a:extLst>
            </p:cNvPr>
            <p:cNvSpPr/>
            <p:nvPr/>
          </p:nvSpPr>
          <p:spPr>
            <a:xfrm>
              <a:off x="9550400" y="619305"/>
              <a:ext cx="1811806" cy="495120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EC51FB6-DA41-76CA-151C-129A49D0FF7F}"/>
                </a:ext>
              </a:extLst>
            </p:cNvPr>
            <p:cNvSpPr/>
            <p:nvPr/>
          </p:nvSpPr>
          <p:spPr>
            <a:xfrm>
              <a:off x="10915493" y="643771"/>
              <a:ext cx="54409" cy="59850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07ADD8B-B135-F93F-C7B3-AD675266769C}"/>
                </a:ext>
              </a:extLst>
            </p:cNvPr>
            <p:cNvSpPr/>
            <p:nvPr/>
          </p:nvSpPr>
          <p:spPr>
            <a:xfrm>
              <a:off x="11270254" y="654106"/>
              <a:ext cx="54409" cy="54409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1FD4D15-BBB5-B7B0-EDB9-987A0FD642E6}"/>
                </a:ext>
              </a:extLst>
            </p:cNvPr>
            <p:cNvSpPr/>
            <p:nvPr/>
          </p:nvSpPr>
          <p:spPr>
            <a:xfrm>
              <a:off x="11384515" y="612775"/>
              <a:ext cx="397182" cy="331893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044161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17980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850DA69-657E-41C3-B340-B16C354CA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813" y="1447800"/>
            <a:ext cx="11406187" cy="49514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47856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935B1-1E9A-902D-1107-E84E1CDCC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AB5440-AAF9-D636-D963-1CF51D4EEE3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CD0850-5040-0CC6-F657-BF2242F63884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8F4CC8-6692-0A4C-C931-B50A99D5E8D4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45E874-9471-204B-FEA4-29B6C383031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D723AF-3402-E7B5-291B-2ABCD137B39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2693633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a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263427DF-DAE9-5C4C-6A1A-438ED4F52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5457155"/>
            <a:ext cx="11090276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AAC7C66-F303-132A-295B-65A79300A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6CECF1A1-AFBB-C9C3-8C4C-A333753514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6500998E-0CA2-4FA3-BF63-EC673ABF21BF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F3E23DF4-7EAD-57AB-752A-EC8452CB6C51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879BEAB9-ED4E-001A-5054-C9630CF436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DC469B38-0BDD-091F-8A89-643F5C025E37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04538F8-26C6-0B5E-9B13-7C72AEACEC0C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635BD2C3-1CF1-2C4D-754E-091C3266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3429336" y="25029"/>
            <a:ext cx="8715336" cy="72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92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01956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474490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 slide 3a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6C2E4BB5-C5E3-F6F8-4261-BF330F6E49A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7" name="Freeform: Shape 4">
              <a:extLst>
                <a:ext uri="{FF2B5EF4-FFF2-40B4-BE49-F238E27FC236}">
                  <a16:creationId xmlns:a16="http://schemas.microsoft.com/office/drawing/2014/main" id="{0F3FBF3D-73C2-AEF9-6A29-26E9974EB2B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5">
              <a:extLst>
                <a:ext uri="{FF2B5EF4-FFF2-40B4-BE49-F238E27FC236}">
                  <a16:creationId xmlns:a16="http://schemas.microsoft.com/office/drawing/2014/main" id="{16D7EF54-CF87-4A1F-B1F7-681296888423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6">
              <a:extLst>
                <a:ext uri="{FF2B5EF4-FFF2-40B4-BE49-F238E27FC236}">
                  <a16:creationId xmlns:a16="http://schemas.microsoft.com/office/drawing/2014/main" id="{411034BC-7D78-A8D4-1F4A-8C4D8937B48B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7">
              <a:extLst>
                <a:ext uri="{FF2B5EF4-FFF2-40B4-BE49-F238E27FC236}">
                  <a16:creationId xmlns:a16="http://schemas.microsoft.com/office/drawing/2014/main" id="{91A42476-4DC0-A3D4-0B82-C32497A9655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61A1CDED-A495-D2CB-B478-6B5C933C774A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759808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EC1CE0-E890-6F27-EC37-CCBB63335D4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FC1EFD8E-6111-C0FE-F23B-7FCABA181AFF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3">
              <a:extLst>
                <a:ext uri="{FF2B5EF4-FFF2-40B4-BE49-F238E27FC236}">
                  <a16:creationId xmlns:a16="http://schemas.microsoft.com/office/drawing/2014/main" id="{2E0336C3-FD2D-34F2-37FE-01F1463B9B1A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BCC79B1A-4DEF-2D28-22B2-7BFA7646E1A5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4">
              <a:extLst>
                <a:ext uri="{FF2B5EF4-FFF2-40B4-BE49-F238E27FC236}">
                  <a16:creationId xmlns:a16="http://schemas.microsoft.com/office/drawing/2014/main" id="{95610CD6-85BD-3AFA-95C6-25178AB66F0D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DE7326A8-CE97-C71F-CFF8-B35813A22238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212012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e slide 3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112FC67-26E6-91F9-0FAE-2948832699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FC0E4D70-5998-8125-42E2-E0EE77A84AC4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FBD6D893-3276-B285-3B03-8726CD1FFB2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6F9A7FDE-2DE1-AB6B-F371-23968DFB687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id="{72366D37-668B-51CE-2CE6-C9DA736141B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8">
              <a:extLst>
                <a:ext uri="{FF2B5EF4-FFF2-40B4-BE49-F238E27FC236}">
                  <a16:creationId xmlns:a16="http://schemas.microsoft.com/office/drawing/2014/main" id="{9CF35CA0-09E8-81C3-4DA7-F503D6BAE3A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16">
            <a:extLst>
              <a:ext uri="{FF2B5EF4-FFF2-40B4-BE49-F238E27FC236}">
                <a16:creationId xmlns:a16="http://schemas.microsoft.com/office/drawing/2014/main" id="{415561A2-AF17-AE8E-8E0A-9B607FD1F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896" y="1107202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352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053956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650393B-7E46-5ECE-4310-AF8EC725574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09E51387-52A5-B06A-AEC1-9A4DA7D2DAC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1A2D993C-1439-0B90-F87F-84C15E66CF4C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9D4A7921-9C3C-6166-B6B7-CEDC5FF28E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F10A1F9A-93B6-1683-DDEE-2FA6B370E583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74BF5A15-51F5-5003-8669-EA9C008D0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956916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AA102172-14DD-5ED5-33AF-35672124237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21C01B30-4538-A317-44E5-BDF28A06DCA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A9A8C1E0-9587-0DA1-86EF-2B2312071C5E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B65EA192-75EF-F13F-0CC2-C84DE74A65A7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A48BD9AC-7231-CA62-C64B-046F4398B636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E90D6E4E-CBEC-C140-FE24-C2FD729A0A29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211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7103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3032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3C5622C-AFD4-93DA-3105-DD24A1095D2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EC1F4AF4-B2D1-B383-5414-6A7CE220351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562EA075-7E1A-57B6-FA93-F8A92DA56EC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ABED82B4-66F4-60A2-8FF7-76C7FFFB8A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C403332C-6371-29E3-2335-DFAA7BE6C2F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3D2D8432-F91A-C228-692F-66BF4106BFBA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1476294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A8A661-3751-29DA-1AB9-334A7C98EA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E0FC8CB-F05E-FFD4-8D7F-1F94AC26DA2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34D3664-9369-B221-FD17-0597A682848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7A7E500-54F5-1815-C9B9-3954ED883928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AE2D512F-FC3A-33B0-5954-0D1BFB4C1437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20">
              <a:extLst>
                <a:ext uri="{FF2B5EF4-FFF2-40B4-BE49-F238E27FC236}">
                  <a16:creationId xmlns:a16="http://schemas.microsoft.com/office/drawing/2014/main" id="{BB0A86DD-9E86-EB4E-14DC-ECC7130D6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439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51496C4-1393-EC1A-FE90-568BF22C8C7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0937F72A-96AE-F5EC-755D-D45529304F35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96B9DAFA-5CFE-3E91-78D3-742C4B9A849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CB9EFD82-551E-D525-DCB6-363C1A232636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F9FEB3BD-8FE6-4A58-DFA9-1F350C2DE2F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D59F2406-4DC9-3FBA-F0C2-60E886FCA30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363207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764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8077F6A-5588-29E0-312C-D1B791C906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992C4824-37D6-415A-E6EC-6E62CD172F7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20C33BE-AD5D-4D60-D7A2-A931FD4F868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B4C80064-8B28-D1EF-FC09-F0AFF3877595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B9F29B0E-E913-EB3D-4F7C-383B5615790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E0CDEF2F-7154-A5C2-D640-669D5BB07DF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136662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DB64C0B-D342-EDD4-D426-B9A5B83A46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70BA0B6B-013E-ED21-5C0C-A7573716118E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8C76A2C-1551-D00B-5D24-ECE94A0DB1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F5EB07D2-E52D-E392-D3C8-37455096D778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04CC7865-5F12-6284-B1F5-C81724EA1048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F2F7B79C-F81D-D4E8-CCCC-1A80B79E58F5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31346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C6036FEE-55DE-70FD-8023-666A176E56D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4083" y="5360390"/>
            <a:chExt cx="3039349" cy="683316"/>
          </a:xfrm>
        </p:grpSpPr>
        <p:sp>
          <p:nvSpPr>
            <p:cNvPr id="9" name="Freeform: Shape 4">
              <a:extLst>
                <a:ext uri="{FF2B5EF4-FFF2-40B4-BE49-F238E27FC236}">
                  <a16:creationId xmlns:a16="http://schemas.microsoft.com/office/drawing/2014/main" id="{B1ED800D-0360-E693-191D-220DFE10BEC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5">
              <a:extLst>
                <a:ext uri="{FF2B5EF4-FFF2-40B4-BE49-F238E27FC236}">
                  <a16:creationId xmlns:a16="http://schemas.microsoft.com/office/drawing/2014/main" id="{95F4CCB2-170A-19BE-C942-B19098270C42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6">
              <a:extLst>
                <a:ext uri="{FF2B5EF4-FFF2-40B4-BE49-F238E27FC236}">
                  <a16:creationId xmlns:a16="http://schemas.microsoft.com/office/drawing/2014/main" id="{890A43B6-BBB1-B11D-0EB6-447FE3C6F0F1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B0A92FC2-E6FE-6A55-A3D8-D99E8E6201E5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8">
              <a:extLst>
                <a:ext uri="{FF2B5EF4-FFF2-40B4-BE49-F238E27FC236}">
                  <a16:creationId xmlns:a16="http://schemas.microsoft.com/office/drawing/2014/main" id="{1C3193CB-D868-D37B-4D53-F1726DCD2D02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382759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9D2F3-3C15-428F-AF70-D31974E2F3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2613" y="3199768"/>
            <a:ext cx="9079459" cy="353225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331153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C4263A-DA82-3AB3-0A84-F2337DC19F6E}"/>
              </a:ext>
            </a:extLst>
          </p:cNvPr>
          <p:cNvSpPr/>
          <p:nvPr userDrawn="1"/>
        </p:nvSpPr>
        <p:spPr>
          <a:xfrm>
            <a:off x="-24680" y="1484784"/>
            <a:ext cx="5735960" cy="5373217"/>
          </a:xfrm>
          <a:prstGeom prst="rect">
            <a:avLst/>
          </a:prstGeom>
          <a:solidFill>
            <a:srgbClr val="17334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18650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25371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320932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368" y="388146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368" y="455360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368" y="52257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368" y="58978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11C9-BF1D-4957-9C22-F45DD34F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5681029" cy="7921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7442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and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Agenda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399106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AF09-C52E-54E6-E538-78C64D8A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21B52807-7673-5576-DEE4-0A88870C0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18391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09D0F-E907-3A0B-CF17-D622F6756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9576533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E65870-6F3C-04B2-E814-901DB0CFC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ysClr val="windowText" lastClr="000000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6392071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CE45-A6FC-9CE9-F8CD-BA044CFE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90806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D6CCA-5023-D91C-5084-3ED466DC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749093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091BB-1771-4A6F-B93C-43E4798B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621786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71387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776930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3528-AA21-5972-C236-27F2D720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057448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211123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Gre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71277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6C4F5EE7-6CA6-23D5-2788-911B0B2A43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40215" y="1122907"/>
            <a:ext cx="4151785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409221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C25D57-CF8D-453D-9648-5B7859B01F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409221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50C691-8B76-E01C-4EF1-3EB567E0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851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97BD40BB-A2F0-F646-3CC2-596CC419583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1122907"/>
            <a:ext cx="6096001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F1655B6-7DE6-4895-863F-EF917B2F07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775"/>
            <a:ext cx="5545137" cy="4824413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C572A4-9113-ABE4-A840-37A9AAC5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79847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8C20F-AA44-45A0-8BD7-3F72A12E08AD}"/>
              </a:ext>
            </a:extLst>
          </p:cNvPr>
          <p:cNvSpPr/>
          <p:nvPr userDrawn="1"/>
        </p:nvSpPr>
        <p:spPr>
          <a:xfrm>
            <a:off x="0" y="0"/>
            <a:ext cx="407366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003CB7C-5AB2-4487-B779-DFE57F79C5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5538"/>
            <a:ext cx="69840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219CA61-951E-46A4-A7C6-8A4C09FDC6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8774"/>
            <a:ext cx="6962544" cy="4824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D7751A-AC4E-473A-B544-73973FAE946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422379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52824-0DEF-7B5E-1D4F-BCBC062D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384" y="260350"/>
            <a:ext cx="6984000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0377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930BD6-6C9D-490A-BF02-403245ED99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895A1A3-A6AA-456A-98DD-23651F1D1D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4032" y="1125538"/>
            <a:ext cx="5063967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2C12DC-68D5-4DF5-891E-DAEB8A4AB6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84032" y="1627200"/>
            <a:ext cx="5063967" cy="48259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AAC9D4-CD35-41A1-A14D-B18A58A286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337B1-E3AC-A7E5-7836-78F324F9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17" y="260350"/>
            <a:ext cx="5063967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333761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833519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1949725-ACD2-44C4-85AF-10B39EC61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71E05-0646-A062-8DD0-B00651AE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091211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962439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7D3C6BC6-663C-C133-76CE-9BAB02DAED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67663" y="1122907"/>
            <a:ext cx="4224338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337213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13880FA-A20C-4104-8D48-DC99C13D0B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337213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Tx/>
              <a:defRPr sz="1400">
                <a:solidFill>
                  <a:schemeClr val="bg1"/>
                </a:solidFill>
              </a:defRPr>
            </a:lvl2pPr>
            <a:lvl3pPr>
              <a:buClrTx/>
              <a:defRPr sz="14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D9B30-9A2C-505E-36D0-05AF0DBA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5463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19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D947A8D9-3FE6-9441-652F-400363E7066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1" y="1122907"/>
            <a:ext cx="6096000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3B64D18-C45E-440C-9C66-6F1DDAC017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7200"/>
            <a:ext cx="5545137" cy="4825988"/>
          </a:xfrm>
          <a:prstGeom prst="rect">
            <a:avLst/>
          </a:prstGeom>
        </p:spPr>
        <p:txBody>
          <a:bodyPr vert="horz" lIns="0" tIns="0" rIns="21600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5044F-30C6-C6D9-84C0-2B925714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29952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0C8F40-0AE5-4281-9868-B3C794BF6FD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" y="0"/>
            <a:ext cx="420805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E5BD221-7593-42BD-A842-EFACB10DAB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6800"/>
            <a:ext cx="6962544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6C5C35D-CE7D-48CD-A1B2-353FFA53AE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7200"/>
            <a:ext cx="6962544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DFFA4EA6-56A9-4F86-ABC0-8D91183AD408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C156B522-A0C0-42B8-BB11-65082FE7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43AD94EE-7857-4B4F-8194-A523D32A3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D8BFFB-83BD-8B73-4F5E-285DBB5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744" y="260350"/>
            <a:ext cx="6978640" cy="79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628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1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dark grey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A4E47E-A55F-4490-AD19-D9A415AA57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B7C70459-DE10-4F5D-80E6-BAD5BA6626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032" y="1125538"/>
            <a:ext cx="5047879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CC59ACB0-A839-47A7-AC17-01C5AED8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032" y="6907"/>
            <a:ext cx="5047879" cy="1127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8B886D2-95CB-49D8-B7AE-68DA209E76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4032" y="1627200"/>
            <a:ext cx="5047879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" name="Groupe 1">
            <a:extLst>
              <a:ext uri="{FF2B5EF4-FFF2-40B4-BE49-F238E27FC236}">
                <a16:creationId xmlns:a16="http://schemas.microsoft.com/office/drawing/2014/main" id="{E0AE299F-7351-4397-AACC-823584420C74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EAF937C-9725-44A1-BB6F-11B4974BA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0B23023F-6948-45C1-A879-0B093E949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9786799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adient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62633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apgemini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7">
            <a:extLst>
              <a:ext uri="{FF2B5EF4-FFF2-40B4-BE49-F238E27FC236}">
                <a16:creationId xmlns:a16="http://schemas.microsoft.com/office/drawing/2014/main" id="{8045CCAE-BD2B-495D-9881-0F2682E7F5DC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9" name="Freeform 320">
              <a:extLst>
                <a:ext uri="{FF2B5EF4-FFF2-40B4-BE49-F238E27FC236}">
                  <a16:creationId xmlns:a16="http://schemas.microsoft.com/office/drawing/2014/main" id="{6A17AE04-922A-4540-99C5-F8D62C3B0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21">
              <a:extLst>
                <a:ext uri="{FF2B5EF4-FFF2-40B4-BE49-F238E27FC236}">
                  <a16:creationId xmlns:a16="http://schemas.microsoft.com/office/drawing/2014/main" id="{DF832F2C-D3A7-4DE5-96EA-08ADD488B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942043-0ED4-4362-8DCB-F241572195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754F-A565-D595-AC8C-9F0E9407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659381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dark">
    <p:bg>
      <p:bgPr>
        <a:solidFill>
          <a:srgbClr val="27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pic>
        <p:nvPicPr>
          <p:cNvPr id="10" name="Picture 7">
            <a:hlinkClick r:id="rId3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5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7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9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403574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adient blue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7">
            <a:hlinkClick r:id="rId3"/>
            <a:extLst>
              <a:ext uri="{FF2B5EF4-FFF2-40B4-BE49-F238E27FC236}">
                <a16:creationId xmlns:a16="http://schemas.microsoft.com/office/drawing/2014/main" id="{07109928-A368-8E6C-E810-A3BE356224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5" name="Picture 2">
            <a:hlinkClick r:id="rId5"/>
            <a:extLst>
              <a:ext uri="{FF2B5EF4-FFF2-40B4-BE49-F238E27FC236}">
                <a16:creationId xmlns:a16="http://schemas.microsoft.com/office/drawing/2014/main" id="{BC7C032C-2D1F-E483-8D4A-586900EE0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6" name="Picture 4">
            <a:hlinkClick r:id="rId7"/>
            <a:extLst>
              <a:ext uri="{FF2B5EF4-FFF2-40B4-BE49-F238E27FC236}">
                <a16:creationId xmlns:a16="http://schemas.microsoft.com/office/drawing/2014/main" id="{AEBD9D88-5872-54F3-A0E5-7F3AAA4CAE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7" name="Picture 6">
            <a:hlinkClick r:id="rId9"/>
            <a:extLst>
              <a:ext uri="{FF2B5EF4-FFF2-40B4-BE49-F238E27FC236}">
                <a16:creationId xmlns:a16="http://schemas.microsoft.com/office/drawing/2014/main" id="{66271E5E-9FCA-435A-BE7E-AA314EB197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8990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46A5DB-4C4F-1F79-F6F4-3019062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71C8D6D-C61C-2819-3276-89D365F7CAE8}"/>
              </a:ext>
            </a:extLst>
          </p:cNvPr>
          <p:cNvSpPr/>
          <p:nvPr userDrawn="1"/>
        </p:nvSpPr>
        <p:spPr>
          <a:xfrm>
            <a:off x="8554179" y="6053226"/>
            <a:ext cx="3242029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pic>
        <p:nvPicPr>
          <p:cNvPr id="26" name="Picture 7">
            <a:hlinkClick r:id="rId3"/>
            <a:extLst>
              <a:ext uri="{FF2B5EF4-FFF2-40B4-BE49-F238E27FC236}">
                <a16:creationId xmlns:a16="http://schemas.microsoft.com/office/drawing/2014/main" id="{23996BED-DA79-7795-E8CC-89B8B4F54B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2933" y="5569299"/>
            <a:ext cx="333195" cy="333195"/>
          </a:xfrm>
          <a:prstGeom prst="rect">
            <a:avLst/>
          </a:prstGeom>
          <a:noFill/>
        </p:spPr>
      </p:pic>
      <p:pic>
        <p:nvPicPr>
          <p:cNvPr id="27" name="Picture 2">
            <a:hlinkClick r:id="rId6"/>
            <a:extLst>
              <a:ext uri="{FF2B5EF4-FFF2-40B4-BE49-F238E27FC236}">
                <a16:creationId xmlns:a16="http://schemas.microsoft.com/office/drawing/2014/main" id="{41F22088-9EDE-E75E-205B-071BC64768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14089" y="5569299"/>
            <a:ext cx="333195" cy="333195"/>
          </a:xfrm>
          <a:prstGeom prst="rect">
            <a:avLst/>
          </a:prstGeom>
          <a:noFill/>
        </p:spPr>
      </p:pic>
      <p:pic>
        <p:nvPicPr>
          <p:cNvPr id="28" name="Picture 4">
            <a:hlinkClick r:id="rId9"/>
            <a:extLst>
              <a:ext uri="{FF2B5EF4-FFF2-40B4-BE49-F238E27FC236}">
                <a16:creationId xmlns:a16="http://schemas.microsoft.com/office/drawing/2014/main" id="{4B0CCAD4-0758-D6B9-EFF6-02B94D32DE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5245" y="5569299"/>
            <a:ext cx="333195" cy="333195"/>
          </a:xfrm>
          <a:prstGeom prst="rect">
            <a:avLst/>
          </a:prstGeom>
          <a:noFill/>
        </p:spPr>
      </p:pic>
      <p:pic>
        <p:nvPicPr>
          <p:cNvPr id="30" name="Picture 6">
            <a:hlinkClick r:id="rId12"/>
            <a:extLst>
              <a:ext uri="{FF2B5EF4-FFF2-40B4-BE49-F238E27FC236}">
                <a16:creationId xmlns:a16="http://schemas.microsoft.com/office/drawing/2014/main" id="{97D8A9F7-9109-48D0-0781-197117BF80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69299"/>
            <a:ext cx="333195" cy="333195"/>
          </a:xfrm>
          <a:prstGeom prst="rect">
            <a:avLst/>
          </a:prstGeo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E4C124A-1677-5379-4F1F-D80E084B6A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7CD1832-464E-8F19-D1FF-C26D2A4008C4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27580D5-10C4-1378-1B16-22D2C6577A5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296E9CB-B7F8-9F5C-5A91-CC70339F4284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14">
              <a:extLst>
                <a:ext uri="{FF2B5EF4-FFF2-40B4-BE49-F238E27FC236}">
                  <a16:creationId xmlns:a16="http://schemas.microsoft.com/office/drawing/2014/main" id="{4046F42C-B4B1-F5B5-97B0-295157FB511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id="{B9876A18-1EED-B3A2-6F45-2D9C7CE3D38D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62463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-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7">
            <a:extLst>
              <a:ext uri="{FF2B5EF4-FFF2-40B4-BE49-F238E27FC236}">
                <a16:creationId xmlns:a16="http://schemas.microsoft.com/office/drawing/2014/main" id="{4A965C7A-B63C-476C-A4A7-F1DA082B5A6A}"/>
              </a:ext>
            </a:extLst>
          </p:cNvPr>
          <p:cNvGrpSpPr>
            <a:grpSpLocks/>
          </p:cNvGrpSpPr>
          <p:nvPr userDrawn="1"/>
        </p:nvGrpSpPr>
        <p:grpSpPr>
          <a:xfrm>
            <a:off x="11562163" y="207582"/>
            <a:ext cx="419436" cy="388988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3" name="Freeform 320">
              <a:extLst>
                <a:ext uri="{FF2B5EF4-FFF2-40B4-BE49-F238E27FC236}">
                  <a16:creationId xmlns:a16="http://schemas.microsoft.com/office/drawing/2014/main" id="{08780755-E109-45E3-9564-937AFC868C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321">
              <a:extLst>
                <a:ext uri="{FF2B5EF4-FFF2-40B4-BE49-F238E27FC236}">
                  <a16:creationId xmlns:a16="http://schemas.microsoft.com/office/drawing/2014/main" id="{0B189194-351B-46D6-A408-2F6B6B57F0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Footer Slide number">
            <a:extLst>
              <a:ext uri="{FF2B5EF4-FFF2-40B4-BE49-F238E27FC236}">
                <a16:creationId xmlns:a16="http://schemas.microsoft.com/office/drawing/2014/main" id="{CA4932B0-5EDB-11C1-C0EA-1A270DFCC493}"/>
              </a:ext>
            </a:extLst>
          </p:cNvPr>
          <p:cNvSpPr/>
          <p:nvPr userDrawn="1"/>
        </p:nvSpPr>
        <p:spPr>
          <a:xfrm>
            <a:off x="11744128" y="6541977"/>
            <a:ext cx="229263" cy="20005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700" smtClean="0">
                <a:solidFill>
                  <a:srgbClr val="A6A6A6"/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700">
              <a:solidFill>
                <a:srgbClr val="A6A6A6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Footer Copyright">
            <a:extLst>
              <a:ext uri="{FF2B5EF4-FFF2-40B4-BE49-F238E27FC236}">
                <a16:creationId xmlns:a16="http://schemas.microsoft.com/office/drawing/2014/main" id="{D35ED927-78C1-3D65-791E-7A43547DAE40}"/>
              </a:ext>
            </a:extLst>
          </p:cNvPr>
          <p:cNvSpPr/>
          <p:nvPr userDrawn="1"/>
        </p:nvSpPr>
        <p:spPr>
          <a:xfrm>
            <a:off x="7257892" y="6532276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A6A6A6"/>
                </a:solidFill>
                <a:latin typeface="+mn-lt"/>
                <a:cs typeface="Arial" panose="020B0604020202020204" pitchFamily="34" charset="0"/>
              </a:rPr>
              <a:t> Company Confidential © Capgemini 2024. All rights reserved |</a:t>
            </a:r>
          </a:p>
        </p:txBody>
      </p:sp>
      <p:sp>
        <p:nvSpPr>
          <p:cNvPr id="7" name="Footer Copyright">
            <a:extLst>
              <a:ext uri="{FF2B5EF4-FFF2-40B4-BE49-F238E27FC236}">
                <a16:creationId xmlns:a16="http://schemas.microsoft.com/office/drawing/2014/main" id="{1B3E4988-752C-EBE0-809A-6C52F4E634A0}"/>
              </a:ext>
            </a:extLst>
          </p:cNvPr>
          <p:cNvSpPr/>
          <p:nvPr userDrawn="1"/>
        </p:nvSpPr>
        <p:spPr>
          <a:xfrm>
            <a:off x="401946" y="6532276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A6A6A6"/>
                </a:solidFill>
                <a:latin typeface="+mn-lt"/>
                <a:cs typeface="Arial" panose="020B0604020202020204" pitchFamily="34" charset="0"/>
              </a:rPr>
              <a:t>Generative AI for Software Engineering | Measurement protocol</a:t>
            </a:r>
          </a:p>
        </p:txBody>
      </p:sp>
    </p:spTree>
    <p:extLst>
      <p:ext uri="{BB962C8B-B14F-4D97-AF65-F5344CB8AC3E}">
        <p14:creationId xmlns:p14="http://schemas.microsoft.com/office/powerpoint/2010/main" val="912345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375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70.xml"/><Relationship Id="rId34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91.xml"/><Relationship Id="rId47" Type="http://schemas.openxmlformats.org/officeDocument/2006/relationships/slideLayout" Target="../slideLayouts/slideLayout96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4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85.xml"/><Relationship Id="rId49" Type="http://schemas.openxmlformats.org/officeDocument/2006/relationships/image" Target="../media/image1.png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93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4.xml"/><Relationship Id="rId43" Type="http://schemas.openxmlformats.org/officeDocument/2006/relationships/slideLayout" Target="../slideLayouts/slideLayout92.xml"/><Relationship Id="rId48" Type="http://schemas.openxmlformats.org/officeDocument/2006/relationships/theme" Target="../theme/theme2.xml"/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7.xml"/><Relationship Id="rId46" Type="http://schemas.openxmlformats.org/officeDocument/2006/relationships/slideLayout" Target="../slideLayouts/slideLayout95.xml"/><Relationship Id="rId20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90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9040" cy="4829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Enter </a:t>
            </a:r>
            <a:r>
              <a:rPr lang="fr-FR" err="1"/>
              <a:t>your</a:t>
            </a:r>
            <a:r>
              <a:rPr lang="fr-FR"/>
              <a:t> contents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en-US"/>
          </a:p>
        </p:txBody>
      </p:sp>
      <p:grpSp>
        <p:nvGrpSpPr>
          <p:cNvPr id="31" name="Groupe 1">
            <a:extLst>
              <a:ext uri="{FF2B5EF4-FFF2-40B4-BE49-F238E27FC236}">
                <a16:creationId xmlns:a16="http://schemas.microsoft.com/office/drawing/2014/main" id="{F31688C0-3AAB-457C-86FA-4177A059CF79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0DF4B7FE-AA65-4E55-B964-75A3DEE12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08DB13D7-F3B3-4CCC-9572-7C835EA66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62086BA9-1591-C6CD-E573-A5F8961683B1}"/>
              </a:ext>
            </a:extLst>
          </p:cNvPr>
          <p:cNvSpPr/>
          <p:nvPr userDrawn="1"/>
        </p:nvSpPr>
        <p:spPr>
          <a:xfrm>
            <a:off x="406833" y="6517871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Presentation Title  |  Author  |  Date</a:t>
            </a: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C7A3A5DA-5BBD-64D1-6DE2-E0F6859C58F2}"/>
              </a:ext>
            </a:extLst>
          </p:cNvPr>
          <p:cNvSpPr/>
          <p:nvPr userDrawn="1"/>
        </p:nvSpPr>
        <p:spPr>
          <a:xfrm>
            <a:off x="713182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Company Confidential © Capgemini 2024. All rights reserved  |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5A64C6D2-B9B0-18AF-749A-15AAED7E4993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87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3720" r:id="rId48"/>
    <p:sldLayoutId id="2147483721" r:id="rId49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>
          <p15:clr>
            <a:srgbClr val="F26B43"/>
          </p15:clr>
        </p15:guide>
        <p15:guide id="19" orient="horz" pos="4320">
          <p15:clr>
            <a:srgbClr val="F26B43"/>
          </p15:clr>
        </p15:guide>
        <p15:guide id="20" pos="257">
          <p15:clr>
            <a:srgbClr val="F26B43"/>
          </p15:clr>
        </p15:guide>
        <p15:guide id="21" pos="3840">
          <p15:clr>
            <a:srgbClr val="F26B43"/>
          </p15:clr>
        </p15:guide>
        <p15:guide id="22" pos="7423">
          <p15:clr>
            <a:srgbClr val="F26B43"/>
          </p15:clr>
        </p15:guide>
        <p15:guide id="23" orient="horz" pos="255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>
          <p15:clr>
            <a:srgbClr val="F26B43"/>
          </p15:clr>
        </p15:guide>
        <p15:guide id="27" orient="horz" pos="89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9040" cy="4829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Enter </a:t>
            </a:r>
            <a:r>
              <a:rPr lang="fr-FR" err="1"/>
              <a:t>your</a:t>
            </a:r>
            <a:r>
              <a:rPr lang="fr-FR"/>
              <a:t> contents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en-US"/>
          </a:p>
        </p:txBody>
      </p:sp>
      <p:grpSp>
        <p:nvGrpSpPr>
          <p:cNvPr id="31" name="Groupe 1">
            <a:extLst>
              <a:ext uri="{FF2B5EF4-FFF2-40B4-BE49-F238E27FC236}">
                <a16:creationId xmlns:a16="http://schemas.microsoft.com/office/drawing/2014/main" id="{F31688C0-3AAB-457C-86FA-4177A059CF79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0DF4B7FE-AA65-4E55-B964-75A3DEE12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08DB13D7-F3B3-4CCC-9572-7C835EA66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C7A3A5DA-5BBD-64D1-6DE2-E0F6859C58F2}"/>
              </a:ext>
            </a:extLst>
          </p:cNvPr>
          <p:cNvSpPr/>
          <p:nvPr userDrawn="1"/>
        </p:nvSpPr>
        <p:spPr>
          <a:xfrm>
            <a:off x="713182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Company Confidential © Capgemini 2024. All rights reserved  |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5A64C6D2-B9B0-18AF-749A-15AAED7E4993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9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  <p:sldLayoutId id="2147483753" r:id="rId31"/>
    <p:sldLayoutId id="2147483754" r:id="rId32"/>
    <p:sldLayoutId id="2147483755" r:id="rId33"/>
    <p:sldLayoutId id="2147483756" r:id="rId34"/>
    <p:sldLayoutId id="2147483757" r:id="rId35"/>
    <p:sldLayoutId id="2147483758" r:id="rId36"/>
    <p:sldLayoutId id="2147483759" r:id="rId37"/>
    <p:sldLayoutId id="2147483760" r:id="rId38"/>
    <p:sldLayoutId id="2147483761" r:id="rId39"/>
    <p:sldLayoutId id="2147483762" r:id="rId40"/>
    <p:sldLayoutId id="2147483763" r:id="rId41"/>
    <p:sldLayoutId id="2147483764" r:id="rId42"/>
    <p:sldLayoutId id="2147483765" r:id="rId43"/>
    <p:sldLayoutId id="2147483766" r:id="rId44"/>
    <p:sldLayoutId id="2147483767" r:id="rId45"/>
    <p:sldLayoutId id="2147483768" r:id="rId46"/>
    <p:sldLayoutId id="2147483769" r:id="rId47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>
          <p15:clr>
            <a:srgbClr val="F26B43"/>
          </p15:clr>
        </p15:guide>
        <p15:guide id="19" orient="horz" pos="4320">
          <p15:clr>
            <a:srgbClr val="F26B43"/>
          </p15:clr>
        </p15:guide>
        <p15:guide id="20" pos="257">
          <p15:clr>
            <a:srgbClr val="F26B43"/>
          </p15:clr>
        </p15:guide>
        <p15:guide id="21" pos="3840">
          <p15:clr>
            <a:srgbClr val="F26B43"/>
          </p15:clr>
        </p15:guide>
        <p15:guide id="22" pos="7423">
          <p15:clr>
            <a:srgbClr val="F26B43"/>
          </p15:clr>
        </p15:guide>
        <p15:guide id="23" orient="horz" pos="255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>
          <p15:clr>
            <a:srgbClr val="F26B43"/>
          </p15:clr>
        </p15:guide>
        <p15:guide id="27" orient="horz" pos="8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erson's eye">
            <a:extLst>
              <a:ext uri="{FF2B5EF4-FFF2-40B4-BE49-F238E27FC236}">
                <a16:creationId xmlns:a16="http://schemas.microsoft.com/office/drawing/2014/main" id="{D666B677-1F70-A9DA-76C5-6EEB94CBCA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23" b="118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7B76C8D-47BB-8EF6-E421-F03820FCA273}"/>
              </a:ext>
            </a:extLst>
          </p:cNvPr>
          <p:cNvSpPr/>
          <p:nvPr/>
        </p:nvSpPr>
        <p:spPr>
          <a:xfrm>
            <a:off x="0" y="9832"/>
            <a:ext cx="12192001" cy="6858000"/>
          </a:xfrm>
          <a:prstGeom prst="rect">
            <a:avLst/>
          </a:prstGeom>
          <a:gradFill>
            <a:gsLst>
              <a:gs pos="33000">
                <a:srgbClr val="121319">
                  <a:alpha val="0"/>
                </a:srgbClr>
              </a:gs>
              <a:gs pos="0">
                <a:schemeClr val="tx1">
                  <a:alpha val="29000"/>
                </a:schemeClr>
              </a:gs>
              <a:gs pos="96000">
                <a:srgbClr val="272936">
                  <a:alpha val="62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9EF106-62EE-2BA8-7B5B-C03F8F0B43DE}"/>
              </a:ext>
            </a:extLst>
          </p:cNvPr>
          <p:cNvGrpSpPr>
            <a:grpSpLocks noChangeAspect="1"/>
          </p:cNvGrpSpPr>
          <p:nvPr/>
        </p:nvGrpSpPr>
        <p:grpSpPr>
          <a:xfrm>
            <a:off x="9422553" y="611981"/>
            <a:ext cx="2267018" cy="509586"/>
            <a:chOff x="9550400" y="612775"/>
            <a:chExt cx="2231297" cy="501650"/>
          </a:xfrm>
          <a:solidFill>
            <a:schemeClr val="bg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5AB8AE9-73A4-4BA6-50FA-AD8E456DCDB5}"/>
                </a:ext>
              </a:extLst>
            </p:cNvPr>
            <p:cNvSpPr/>
            <p:nvPr/>
          </p:nvSpPr>
          <p:spPr>
            <a:xfrm>
              <a:off x="11517270" y="764033"/>
              <a:ext cx="261161" cy="212194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4D35C33-A153-3E36-0667-4BBA4DC6778A}"/>
                </a:ext>
              </a:extLst>
            </p:cNvPr>
            <p:cNvSpPr/>
            <p:nvPr/>
          </p:nvSpPr>
          <p:spPr>
            <a:xfrm>
              <a:off x="9550400" y="619305"/>
              <a:ext cx="1811806" cy="495120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BABA1E-505C-F833-A58D-3263A17FABB7}"/>
                </a:ext>
              </a:extLst>
            </p:cNvPr>
            <p:cNvSpPr/>
            <p:nvPr/>
          </p:nvSpPr>
          <p:spPr>
            <a:xfrm>
              <a:off x="10915493" y="643771"/>
              <a:ext cx="54409" cy="59850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8D89E3B-F0F8-066B-3FEC-5F7EC08933E3}"/>
                </a:ext>
              </a:extLst>
            </p:cNvPr>
            <p:cNvSpPr/>
            <p:nvPr/>
          </p:nvSpPr>
          <p:spPr>
            <a:xfrm>
              <a:off x="11270254" y="654106"/>
              <a:ext cx="54409" cy="54409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80A888D-AF01-7CE2-1D48-3895E5BE7B10}"/>
                </a:ext>
              </a:extLst>
            </p:cNvPr>
            <p:cNvSpPr/>
            <p:nvPr/>
          </p:nvSpPr>
          <p:spPr>
            <a:xfrm>
              <a:off x="11384515" y="612775"/>
              <a:ext cx="397182" cy="331893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1F918314-209B-C682-4536-929BA12460A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45" y="-45752"/>
            <a:ext cx="654359" cy="3096097"/>
          </a:xfrm>
          <a:prstGeom prst="rect">
            <a:avLst/>
          </a:prstGeom>
        </p:spPr>
      </p:pic>
      <p:pic>
        <p:nvPicPr>
          <p:cNvPr id="28" name="Picture 27" descr="A picture containing shape&#10;&#10;Description automatically generated">
            <a:extLst>
              <a:ext uri="{FF2B5EF4-FFF2-40B4-BE49-F238E27FC236}">
                <a16:creationId xmlns:a16="http://schemas.microsoft.com/office/drawing/2014/main" id="{DE949792-8003-650D-8182-7561F7D98C8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14" y="1155920"/>
            <a:ext cx="1767503" cy="1900298"/>
          </a:xfrm>
          <a:prstGeom prst="rect">
            <a:avLst/>
          </a:prstGeom>
        </p:spPr>
      </p:pic>
      <p:pic>
        <p:nvPicPr>
          <p:cNvPr id="40" name="Picture 39" descr="A picture containing venn diagram&#10;&#10;Description automatically generated">
            <a:extLst>
              <a:ext uri="{FF2B5EF4-FFF2-40B4-BE49-F238E27FC236}">
                <a16:creationId xmlns:a16="http://schemas.microsoft.com/office/drawing/2014/main" id="{29958377-86EE-22F4-52E1-B4B808035AB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84562" y="1153881"/>
            <a:ext cx="2913782" cy="6314040"/>
          </a:xfrm>
          <a:custGeom>
            <a:avLst/>
            <a:gdLst>
              <a:gd name="connsiteX0" fmla="*/ 0 w 2913782"/>
              <a:gd name="connsiteY0" fmla="*/ 0 h 6314040"/>
              <a:gd name="connsiteX1" fmla="*/ 2913782 w 2913782"/>
              <a:gd name="connsiteY1" fmla="*/ 0 h 6314040"/>
              <a:gd name="connsiteX2" fmla="*/ 2913782 w 2913782"/>
              <a:gd name="connsiteY2" fmla="*/ 1857124 h 6314040"/>
              <a:gd name="connsiteX3" fmla="*/ 2884350 w 2913782"/>
              <a:gd name="connsiteY3" fmla="*/ 1842846 h 6314040"/>
              <a:gd name="connsiteX4" fmla="*/ 2396994 w 2913782"/>
              <a:gd name="connsiteY4" fmla="*/ 1836867 h 6314040"/>
              <a:gd name="connsiteX5" fmla="*/ 1911714 w 2913782"/>
              <a:gd name="connsiteY5" fmla="*/ 2505060 h 6314040"/>
              <a:gd name="connsiteX6" fmla="*/ 2308831 w 2913782"/>
              <a:gd name="connsiteY6" fmla="*/ 2818157 h 6314040"/>
              <a:gd name="connsiteX7" fmla="*/ 2396212 w 2913782"/>
              <a:gd name="connsiteY7" fmla="*/ 2826796 h 6314040"/>
              <a:gd name="connsiteX8" fmla="*/ 2379574 w 2913782"/>
              <a:gd name="connsiteY8" fmla="*/ 2840081 h 6314040"/>
              <a:gd name="connsiteX9" fmla="*/ 2257947 w 2913782"/>
              <a:gd name="connsiteY9" fmla="*/ 3170282 h 6314040"/>
              <a:gd name="connsiteX10" fmla="*/ 2846305 w 2913782"/>
              <a:gd name="connsiteY10" fmla="*/ 3310028 h 6314040"/>
              <a:gd name="connsiteX11" fmla="*/ 2913782 w 2913782"/>
              <a:gd name="connsiteY11" fmla="*/ 3281273 h 6314040"/>
              <a:gd name="connsiteX12" fmla="*/ 2913782 w 2913782"/>
              <a:gd name="connsiteY12" fmla="*/ 6314040 h 6314040"/>
              <a:gd name="connsiteX13" fmla="*/ 0 w 2913782"/>
              <a:gd name="connsiteY13" fmla="*/ 6314040 h 631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13782" h="6314040">
                <a:moveTo>
                  <a:pt x="0" y="0"/>
                </a:moveTo>
                <a:lnTo>
                  <a:pt x="2913782" y="0"/>
                </a:lnTo>
                <a:lnTo>
                  <a:pt x="2913782" y="1857124"/>
                </a:lnTo>
                <a:lnTo>
                  <a:pt x="2884350" y="1842846"/>
                </a:lnTo>
                <a:cubicBezTo>
                  <a:pt x="2744337" y="1790596"/>
                  <a:pt x="2570823" y="1784475"/>
                  <a:pt x="2396994" y="1836867"/>
                </a:cubicBezTo>
                <a:cubicBezTo>
                  <a:pt x="2049337" y="1941653"/>
                  <a:pt x="1832069" y="2240813"/>
                  <a:pt x="1911714" y="2505060"/>
                </a:cubicBezTo>
                <a:cubicBezTo>
                  <a:pt x="1961492" y="2670214"/>
                  <a:pt x="2115470" y="2782643"/>
                  <a:pt x="2308831" y="2818157"/>
                </a:cubicBezTo>
                <a:lnTo>
                  <a:pt x="2396212" y="2826796"/>
                </a:lnTo>
                <a:lnTo>
                  <a:pt x="2379574" y="2840081"/>
                </a:lnTo>
                <a:cubicBezTo>
                  <a:pt x="2271418" y="2940405"/>
                  <a:pt x="2220504" y="3063799"/>
                  <a:pt x="2257947" y="3170282"/>
                </a:cubicBezTo>
                <a:cubicBezTo>
                  <a:pt x="2317856" y="3340656"/>
                  <a:pt x="2581273" y="3403222"/>
                  <a:pt x="2846305" y="3310028"/>
                </a:cubicBezTo>
                <a:lnTo>
                  <a:pt x="2913782" y="3281273"/>
                </a:lnTo>
                <a:lnTo>
                  <a:pt x="2913782" y="6314040"/>
                </a:lnTo>
                <a:lnTo>
                  <a:pt x="0" y="6314040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E17076-991C-431A-9B77-E8363D54BDC9}"/>
              </a:ext>
            </a:extLst>
          </p:cNvPr>
          <p:cNvSpPr txBox="1">
            <a:spLocks/>
          </p:cNvSpPr>
          <p:nvPr/>
        </p:nvSpPr>
        <p:spPr>
          <a:xfrm>
            <a:off x="615790" y="4195792"/>
            <a:ext cx="11386134" cy="1828193"/>
          </a:xfrm>
          <a:prstGeom prst="rect">
            <a:avLst/>
          </a:prstGeom>
        </p:spPr>
        <p:txBody>
          <a:bodyPr vert="horz" wrap="square" lIns="36000" tIns="0" rIns="36000" bIns="0" rtlCol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60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en-US" sz="4400" b="1">
                <a:latin typeface="Ubuntu"/>
              </a:rPr>
              <a:t>AGENT MODE </a:t>
            </a:r>
          </a:p>
          <a:p>
            <a:pPr algn="r"/>
            <a:r>
              <a:rPr lang="en-US" sz="4400">
                <a:latin typeface="Ubuntu"/>
              </a:rPr>
              <a:t>USING</a:t>
            </a:r>
            <a:r>
              <a:rPr lang="en-US" sz="4400" b="1">
                <a:latin typeface="Ubuntu"/>
              </a:rPr>
              <a:t> COPILOT</a:t>
            </a:r>
          </a:p>
          <a:p>
            <a:pPr algn="r"/>
            <a:endParaRPr lang="en-US" sz="4400" b="1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07497265-9E87-C89B-0E67-8A9EEF93279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41" y="5188327"/>
            <a:ext cx="2968307" cy="166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957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DC94E-FCF8-05E5-E13B-2EF1EA970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04F03BD9-51EF-4143-9656-774072A8390B}"/>
              </a:ext>
            </a:extLst>
          </p:cNvPr>
          <p:cNvSpPr txBox="1">
            <a:spLocks/>
          </p:cNvSpPr>
          <p:nvPr/>
        </p:nvSpPr>
        <p:spPr>
          <a:xfrm>
            <a:off x="561870" y="-1805152"/>
            <a:ext cx="10698946" cy="271502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ClrTx/>
              <a:buSzTx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j-ea"/>
              <a:cs typeface="+mj-cs"/>
            </a:endParaRPr>
          </a:p>
        </p:txBody>
      </p:sp>
      <p:pic>
        <p:nvPicPr>
          <p:cNvPr id="10" name="Picture 9" descr="A yellow circle with blue text&#10;&#10;Description automatically generated">
            <a:extLst>
              <a:ext uri="{FF2B5EF4-FFF2-40B4-BE49-F238E27FC236}">
                <a16:creationId xmlns:a16="http://schemas.microsoft.com/office/drawing/2014/main" id="{7846C1C5-B896-9A83-4E11-F8BD0E4CFF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943" y="101457"/>
            <a:ext cx="719455" cy="7194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41652D-B33D-70B5-E363-ADFF048CF466}"/>
              </a:ext>
            </a:extLst>
          </p:cNvPr>
          <p:cNvSpPr txBox="1"/>
          <p:nvPr/>
        </p:nvSpPr>
        <p:spPr>
          <a:xfrm>
            <a:off x="368408" y="157884"/>
            <a:ext cx="4586651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AGENT MODE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623062-759A-A9D5-A5F9-B8D55B932E0B}"/>
              </a:ext>
            </a:extLst>
          </p:cNvPr>
          <p:cNvSpPr txBox="1"/>
          <p:nvPr/>
        </p:nvSpPr>
        <p:spPr>
          <a:xfrm>
            <a:off x="337031" y="656671"/>
            <a:ext cx="1114862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i="0">
                <a:solidFill>
                  <a:schemeClr val="bg1"/>
                </a:solidFill>
                <a:effectLst/>
                <a:latin typeface="Segoe Sans"/>
              </a:rPr>
              <a:t>Agent Mode in GitHub Copilot works like a smart assistant for programmers. It helps by making changes to the code, running commands</a:t>
            </a:r>
            <a:endParaRPr lang="en-IN" sz="1400">
              <a:solidFill>
                <a:schemeClr val="bg1"/>
              </a:solidFill>
              <a:latin typeface="Ubuntu"/>
            </a:endParaRPr>
          </a:p>
          <a:p>
            <a:r>
              <a:rPr lang="en-US" sz="1400">
                <a:solidFill>
                  <a:schemeClr val="bg1"/>
                </a:solidFill>
                <a:latin typeface="Segoe Sans"/>
              </a:rPr>
              <a:t> </a:t>
            </a:r>
            <a:r>
              <a:rPr lang="en-US" sz="1400" i="0">
                <a:solidFill>
                  <a:schemeClr val="bg1"/>
                </a:solidFill>
                <a:effectLst/>
                <a:latin typeface="Segoe Sans"/>
              </a:rPr>
              <a:t>and fixing problems, all on its own. This makes the coding process faster and easier.</a:t>
            </a:r>
            <a:endParaRPr lang="en-IN" sz="140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62C50F-AAC5-B535-3359-74F5CAE2F654}"/>
              </a:ext>
            </a:extLst>
          </p:cNvPr>
          <p:cNvSpPr/>
          <p:nvPr/>
        </p:nvSpPr>
        <p:spPr>
          <a:xfrm>
            <a:off x="377062" y="1848376"/>
            <a:ext cx="11446264" cy="1991098"/>
          </a:xfrm>
          <a:prstGeom prst="roundRect">
            <a:avLst>
              <a:gd name="adj" fmla="val 7706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CAC1C9-4228-C5CC-644E-ACBB2899A87A}"/>
              </a:ext>
            </a:extLst>
          </p:cNvPr>
          <p:cNvSpPr txBox="1"/>
          <p:nvPr/>
        </p:nvSpPr>
        <p:spPr>
          <a:xfrm>
            <a:off x="374174" y="1602884"/>
            <a:ext cx="11438959" cy="715089"/>
          </a:xfrm>
          <a:prstGeom prst="roundRect">
            <a:avLst/>
          </a:prstGeom>
          <a:solidFill>
            <a:srgbClr val="0070AD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0">
                <a:solidFill>
                  <a:schemeClr val="bg1"/>
                </a:solidFill>
                <a:effectLst/>
                <a:latin typeface="Segoe Sans"/>
              </a:rPr>
              <a:t>Why </a:t>
            </a:r>
            <a:r>
              <a:rPr lang="en-US" b="1">
                <a:solidFill>
                  <a:schemeClr val="bg1"/>
                </a:solidFill>
                <a:latin typeface="Segoe Sans"/>
              </a:rPr>
              <a:t>Agent Mode</a:t>
            </a:r>
            <a:r>
              <a:rPr lang="en-US" b="1" i="0">
                <a:solidFill>
                  <a:schemeClr val="bg1"/>
                </a:solidFill>
                <a:effectLst/>
                <a:latin typeface="Segoe Sans"/>
              </a:rPr>
              <a:t>?</a:t>
            </a:r>
          </a:p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9E9077-BB8D-879A-7558-BC0BF73D1931}"/>
              </a:ext>
            </a:extLst>
          </p:cNvPr>
          <p:cNvSpPr txBox="1"/>
          <p:nvPr/>
        </p:nvSpPr>
        <p:spPr>
          <a:xfrm>
            <a:off x="545852" y="2210097"/>
            <a:ext cx="11122130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IN" sz="1400" b="1" i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Segoe San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i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Autonomous Code Editing: </a:t>
            </a: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 </a:t>
            </a:r>
            <a:r>
              <a:rPr lang="en-US" sz="1400" b="0" i="0">
                <a:solidFill>
                  <a:schemeClr val="bg1"/>
                </a:solidFill>
                <a:effectLst/>
                <a:latin typeface="Segoe Sans"/>
              </a:rPr>
              <a:t>Copilot can automatically make and execute code changes based on tasks you set, reducing manual effort.</a:t>
            </a:r>
            <a:endParaRPr lang="en-US" sz="1400" i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i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Context-Aware Actions </a:t>
            </a:r>
            <a:r>
              <a:rPr lang="en-US" sz="1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1400" b="1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 </a:t>
            </a:r>
            <a:r>
              <a:rPr lang="en-US" sz="1400" b="0" i="0">
                <a:solidFill>
                  <a:schemeClr val="bg1"/>
                </a:solidFill>
                <a:effectLst/>
                <a:latin typeface="Segoe Sans"/>
              </a:rPr>
              <a:t>Finds the right files and context for the task, makes edits, and uses tools as needed.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424242"/>
                </a:solidFill>
                <a:latin typeface="Segoe Sans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i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Error Resolution</a:t>
            </a: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: </a:t>
            </a:r>
            <a:r>
              <a:rPr lang="en-US" sz="1400" b="1">
                <a:solidFill>
                  <a:schemeClr val="accent1">
                    <a:lumMod val="40000"/>
                    <a:lumOff val="60000"/>
                  </a:schemeClr>
                </a:solidFill>
              </a:rPr>
              <a:t>: </a:t>
            </a:r>
            <a:r>
              <a:rPr lang="en-US" sz="1400" b="0" i="0">
                <a:solidFill>
                  <a:schemeClr val="bg1"/>
                </a:solidFill>
                <a:effectLst/>
                <a:latin typeface="Segoe Sans"/>
              </a:rPr>
              <a:t>Checks the results of edits and tools</a:t>
            </a:r>
            <a:r>
              <a:rPr lang="en-US" sz="1400">
                <a:solidFill>
                  <a:schemeClr val="bg1"/>
                </a:solidFill>
                <a:latin typeface="Segoe Sans"/>
              </a:rPr>
              <a:t> </a:t>
            </a:r>
            <a:r>
              <a:rPr lang="en-US" sz="1400" b="0" i="0">
                <a:solidFill>
                  <a:schemeClr val="bg1"/>
                </a:solidFill>
                <a:effectLst/>
                <a:latin typeface="Segoe Sans"/>
              </a:rPr>
              <a:t>and fixes any issues that come up. </a:t>
            </a:r>
            <a:endParaRPr lang="en-US" sz="140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75B602-13AD-9C7A-FA3D-A77635AA5E1E}"/>
              </a:ext>
            </a:extLst>
          </p:cNvPr>
          <p:cNvGrpSpPr/>
          <p:nvPr/>
        </p:nvGrpSpPr>
        <p:grpSpPr>
          <a:xfrm>
            <a:off x="283616" y="4044466"/>
            <a:ext cx="11713476" cy="2390742"/>
            <a:chOff x="292856" y="1873910"/>
            <a:chExt cx="11627169" cy="188286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D08E20E-F989-953D-B5CA-E9A9157BBBF3}"/>
                </a:ext>
              </a:extLst>
            </p:cNvPr>
            <p:cNvGrpSpPr/>
            <p:nvPr/>
          </p:nvGrpSpPr>
          <p:grpSpPr>
            <a:xfrm>
              <a:off x="292856" y="1873910"/>
              <a:ext cx="11627169" cy="1246799"/>
              <a:chOff x="115666" y="4505427"/>
              <a:chExt cx="11979483" cy="1418973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87D489C-F781-E42E-EDBF-9DEC92415776}"/>
                  </a:ext>
                </a:extLst>
              </p:cNvPr>
              <p:cNvGrpSpPr/>
              <p:nvPr/>
            </p:nvGrpSpPr>
            <p:grpSpPr>
              <a:xfrm>
                <a:off x="335071" y="4988451"/>
                <a:ext cx="11387603" cy="935949"/>
                <a:chOff x="335071" y="4547237"/>
                <a:chExt cx="11387603" cy="1188409"/>
              </a:xfrm>
            </p:grpSpPr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9AA789AB-DE76-6CFE-6FB1-35FD6599B391}"/>
                    </a:ext>
                  </a:extLst>
                </p:cNvPr>
                <p:cNvSpPr/>
                <p:nvPr/>
              </p:nvSpPr>
              <p:spPr>
                <a:xfrm>
                  <a:off x="335071" y="4671422"/>
                  <a:ext cx="3526936" cy="1056705"/>
                </a:xfrm>
                <a:prstGeom prst="roundRect">
                  <a:avLst/>
                </a:prstGeom>
                <a:solidFill>
                  <a:schemeClr val="accent4">
                    <a:lumMod val="90000"/>
                    <a:lumOff val="10000"/>
                  </a:schemeClr>
                </a:solidFill>
                <a:ln w="9525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>
                      <a:solidFill>
                        <a:schemeClr val="bg1"/>
                      </a:solidFill>
                      <a:latin typeface="Ubuntu"/>
                    </a:rPr>
                    <a:t>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sz="1200">
                    <a:solidFill>
                      <a:schemeClr val="bg1"/>
                    </a:solidFill>
                    <a:latin typeface="Ubuntu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b="0" i="0">
                      <a:solidFill>
                        <a:schemeClr val="bg1"/>
                      </a:solidFill>
                      <a:effectLst/>
                      <a:latin typeface="Segoe Sans"/>
                    </a:rPr>
                    <a:t>Creating web applications using frameworks like React and Node.js</a:t>
                  </a: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2A7F40B-96B3-5B53-E75E-45A78E04B5F4}"/>
                    </a:ext>
                  </a:extLst>
                </p:cNvPr>
                <p:cNvSpPr txBox="1"/>
                <p:nvPr/>
              </p:nvSpPr>
              <p:spPr>
                <a:xfrm>
                  <a:off x="484441" y="4547237"/>
                  <a:ext cx="3228194" cy="597955"/>
                </a:xfrm>
                <a:prstGeom prst="rect">
                  <a:avLst/>
                </a:prstGeom>
                <a:noFill/>
              </p:spPr>
              <p:txBody>
                <a:bodyPr vert="horz" wrap="square" lIns="90000" tIns="46800" rIns="90000" bIns="46800" rtlCol="0" anchor="ctr">
                  <a:spAutoFit/>
                </a:bodyPr>
                <a:lstStyle/>
                <a:p>
                  <a:pPr algn="ctr">
                    <a:spcBef>
                      <a:spcPct val="0"/>
                    </a:spcBef>
                  </a:pPr>
                  <a:endParaRPr lang="en-IN" sz="1400" b="1" i="0">
                    <a:solidFill>
                      <a:schemeClr val="bg1"/>
                    </a:solidFill>
                    <a:effectLst/>
                    <a:latin typeface="Segoe Sans"/>
                  </a:endParaRPr>
                </a:p>
                <a:p>
                  <a:pPr algn="ctr">
                    <a:spcBef>
                      <a:spcPct val="0"/>
                    </a:spcBef>
                  </a:pPr>
                  <a:r>
                    <a:rPr lang="en-IN" sz="1400" b="1" i="0">
                      <a:solidFill>
                        <a:schemeClr val="bg1"/>
                      </a:solidFill>
                      <a:effectLst/>
                      <a:latin typeface="Segoe Sans"/>
                    </a:rPr>
                    <a:t>Building Web Applications</a:t>
                  </a:r>
                  <a:endParaRPr lang="en-IN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C50423AF-560A-EB0A-6720-7AD633447AF1}"/>
                    </a:ext>
                  </a:extLst>
                </p:cNvPr>
                <p:cNvSpPr/>
                <p:nvPr/>
              </p:nvSpPr>
              <p:spPr>
                <a:xfrm>
                  <a:off x="4278761" y="4678941"/>
                  <a:ext cx="3526936" cy="1056705"/>
                </a:xfrm>
                <a:prstGeom prst="roundRect">
                  <a:avLst/>
                </a:prstGeom>
                <a:solidFill>
                  <a:schemeClr val="accent4">
                    <a:lumMod val="90000"/>
                    <a:lumOff val="10000"/>
                  </a:schemeClr>
                </a:solidFill>
                <a:ln w="9525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sz="1200" b="0" i="0">
                    <a:solidFill>
                      <a:schemeClr val="bg1"/>
                    </a:solidFill>
                    <a:effectLst/>
                    <a:latin typeface="Segoe San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sz="1200">
                    <a:solidFill>
                      <a:schemeClr val="bg1"/>
                    </a:solidFill>
                    <a:latin typeface="Segoe San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b="0" i="0">
                      <a:solidFill>
                        <a:schemeClr val="bg1"/>
                      </a:solidFill>
                      <a:effectLst/>
                      <a:latin typeface="Segoe Sans"/>
                    </a:rPr>
                    <a:t>Adding new features to existing applications, such as social media sharing functionality</a:t>
                  </a: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267F4C4-0EDB-226D-3000-13ECD5E3F55B}"/>
                    </a:ext>
                  </a:extLst>
                </p:cNvPr>
                <p:cNvSpPr txBox="1"/>
                <p:nvPr/>
              </p:nvSpPr>
              <p:spPr>
                <a:xfrm>
                  <a:off x="4624909" y="4746191"/>
                  <a:ext cx="2834640" cy="352761"/>
                </a:xfrm>
                <a:prstGeom prst="rect">
                  <a:avLst/>
                </a:prstGeom>
                <a:noFill/>
              </p:spPr>
              <p:txBody>
                <a:bodyPr vert="horz" wrap="square" lIns="90000" tIns="46800" rIns="90000" bIns="46800" rtlCol="0" anchor="ctr">
                  <a:spAutoFit/>
                </a:bodyPr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IN" sz="1400" b="1" i="0">
                      <a:solidFill>
                        <a:schemeClr val="bg1"/>
                      </a:solidFill>
                      <a:effectLst/>
                      <a:latin typeface="Segoe Sans"/>
                    </a:rPr>
                    <a:t>Adding Features</a:t>
                  </a:r>
                  <a:endParaRPr lang="en-IN" sz="14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5EA8EEA3-8E88-3BE9-0A85-B7D93C92DA41}"/>
                    </a:ext>
                  </a:extLst>
                </p:cNvPr>
                <p:cNvSpPr/>
                <p:nvPr/>
              </p:nvSpPr>
              <p:spPr>
                <a:xfrm>
                  <a:off x="8195738" y="4671421"/>
                  <a:ext cx="3526936" cy="1056705"/>
                </a:xfrm>
                <a:prstGeom prst="roundRect">
                  <a:avLst/>
                </a:prstGeom>
                <a:solidFill>
                  <a:schemeClr val="accent4">
                    <a:lumMod val="90000"/>
                    <a:lumOff val="10000"/>
                  </a:schemeClr>
                </a:solidFill>
                <a:ln w="9525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b="0" i="0">
                      <a:solidFill>
                        <a:schemeClr val="bg1"/>
                      </a:solidFill>
                      <a:effectLst/>
                      <a:latin typeface="Segoe Sans"/>
                    </a:rPr>
                    <a:t> 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sz="1200">
                    <a:solidFill>
                      <a:schemeClr val="bg1"/>
                    </a:solidFill>
                    <a:latin typeface="Segoe San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b="0" i="0">
                      <a:solidFill>
                        <a:schemeClr val="bg1"/>
                      </a:solidFill>
                      <a:effectLst/>
                      <a:latin typeface="Segoe Sans"/>
                    </a:rPr>
                    <a:t>Replacing current authentication methods with more secure options like OAuth </a:t>
                  </a: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0B641AF-ADB1-66B0-2A4C-0EDCAAFE11FC}"/>
                    </a:ext>
                  </a:extLst>
                </p:cNvPr>
                <p:cNvSpPr txBox="1"/>
                <p:nvPr/>
              </p:nvSpPr>
              <p:spPr>
                <a:xfrm>
                  <a:off x="8516975" y="4671421"/>
                  <a:ext cx="2834640" cy="597955"/>
                </a:xfrm>
                <a:prstGeom prst="rect">
                  <a:avLst/>
                </a:prstGeom>
                <a:noFill/>
              </p:spPr>
              <p:txBody>
                <a:bodyPr vert="horz" wrap="square" lIns="90000" tIns="46800" rIns="90000" bIns="46800" rtlCol="0" anchor="ctr">
                  <a:spAutoFit/>
                </a:bodyPr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IN" sz="1400" b="1" i="0">
                      <a:solidFill>
                        <a:schemeClr val="bg1"/>
                      </a:solidFill>
                      <a:effectLst/>
                      <a:latin typeface="Segoe Sans"/>
                    </a:rPr>
                    <a:t>Replacing Authentication Methods</a:t>
                  </a:r>
                  <a:endParaRPr lang="en-IN" sz="1400" b="1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329E4F-700A-9C8F-AC2D-E0DFF95AB3AE}"/>
                  </a:ext>
                </a:extLst>
              </p:cNvPr>
              <p:cNvSpPr txBox="1"/>
              <p:nvPr/>
            </p:nvSpPr>
            <p:spPr>
              <a:xfrm>
                <a:off x="115666" y="4505427"/>
                <a:ext cx="11979483" cy="518865"/>
              </a:xfrm>
              <a:prstGeom prst="roundRect">
                <a:avLst/>
              </a:prstGeom>
              <a:solidFill>
                <a:srgbClr val="0070AD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600" b="1" i="0">
                    <a:solidFill>
                      <a:schemeClr val="bg1"/>
                    </a:solidFill>
                    <a:effectLst/>
                    <a:latin typeface="Segoe Sans"/>
                  </a:rPr>
                  <a:t>Use</a:t>
                </a:r>
                <a:r>
                  <a:rPr lang="en-IN" sz="1600" b="1" i="0">
                    <a:solidFill>
                      <a:srgbClr val="424242"/>
                    </a:solidFill>
                    <a:effectLst/>
                    <a:latin typeface="Segoe Sans"/>
                  </a:rPr>
                  <a:t> </a:t>
                </a:r>
                <a:r>
                  <a:rPr lang="en-IN" sz="1600" b="1" i="0">
                    <a:solidFill>
                      <a:schemeClr val="bg1"/>
                    </a:solidFill>
                    <a:effectLst/>
                    <a:latin typeface="Segoe Sans"/>
                  </a:rPr>
                  <a:t>Cases</a:t>
                </a:r>
              </a:p>
              <a:p>
                <a:pPr algn="ctr"/>
                <a:endParaRPr lang="en-IN" sz="120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48AC0FE-F77E-BBF1-7F13-A755A3C6D69F}"/>
                </a:ext>
              </a:extLst>
            </p:cNvPr>
            <p:cNvSpPr/>
            <p:nvPr/>
          </p:nvSpPr>
          <p:spPr>
            <a:xfrm>
              <a:off x="372839" y="2323320"/>
              <a:ext cx="11459132" cy="1433455"/>
            </a:xfrm>
            <a:prstGeom prst="roundRect">
              <a:avLst>
                <a:gd name="adj" fmla="val 3790"/>
              </a:avLst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200" err="1">
                <a:solidFill>
                  <a:schemeClr val="tx1"/>
                </a:solidFill>
              </a:endParaRP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7921C4C-E6CE-72DF-4A5A-A7E535E32B28}"/>
              </a:ext>
            </a:extLst>
          </p:cNvPr>
          <p:cNvSpPr/>
          <p:nvPr/>
        </p:nvSpPr>
        <p:spPr>
          <a:xfrm>
            <a:off x="2979174" y="5686663"/>
            <a:ext cx="6115665" cy="613737"/>
          </a:xfrm>
          <a:prstGeom prst="roundRect">
            <a:avLst/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>
              <a:solidFill>
                <a:schemeClr val="bg1"/>
              </a:solidFill>
              <a:effectLst/>
              <a:latin typeface="Segoe San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solidFill>
                <a:schemeClr val="bg1"/>
              </a:solidFill>
              <a:latin typeface="Segoe San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>
                <a:solidFill>
                  <a:schemeClr val="bg1"/>
                </a:solidFill>
                <a:effectLst/>
                <a:latin typeface="Segoe Sans"/>
              </a:rPr>
              <a:t> Automatically generating documentation for codebases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38930E-FE20-D0A4-8CBC-FBA9B86962B7}"/>
              </a:ext>
            </a:extLst>
          </p:cNvPr>
          <p:cNvSpPr txBox="1"/>
          <p:nvPr/>
        </p:nvSpPr>
        <p:spPr>
          <a:xfrm>
            <a:off x="4425232" y="5525154"/>
            <a:ext cx="3156511" cy="525401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ctr">
              <a:spcBef>
                <a:spcPct val="0"/>
              </a:spcBef>
            </a:pPr>
            <a:endParaRPr lang="en-IN" sz="1400" b="1" i="0">
              <a:solidFill>
                <a:schemeClr val="bg1"/>
              </a:solidFill>
              <a:effectLst/>
              <a:latin typeface="Segoe Sans"/>
            </a:endParaRPr>
          </a:p>
          <a:p>
            <a:pPr algn="ctr">
              <a:spcBef>
                <a:spcPct val="0"/>
              </a:spcBef>
            </a:pPr>
            <a:r>
              <a:rPr lang="en-IN" sz="1400" b="1" i="0">
                <a:solidFill>
                  <a:schemeClr val="bg1"/>
                </a:solidFill>
                <a:effectLst/>
                <a:latin typeface="Segoe Sans"/>
              </a:rPr>
              <a:t>Documentation Generation</a:t>
            </a:r>
            <a:endParaRPr lang="en-IN" sz="12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232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6055961-CD2F-4B91-274B-8541D68BD78B}"/>
              </a:ext>
            </a:extLst>
          </p:cNvPr>
          <p:cNvSpPr/>
          <p:nvPr/>
        </p:nvSpPr>
        <p:spPr>
          <a:xfrm>
            <a:off x="537273" y="4188541"/>
            <a:ext cx="10897643" cy="231058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12ABD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400" err="1">
              <a:solidFill>
                <a:schemeClr val="tx1"/>
              </a:solidFill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D08ECEA2-A0CA-9912-6FCE-458887C585DF}"/>
              </a:ext>
            </a:extLst>
          </p:cNvPr>
          <p:cNvSpPr txBox="1">
            <a:spLocks/>
          </p:cNvSpPr>
          <p:nvPr/>
        </p:nvSpPr>
        <p:spPr>
          <a:xfrm>
            <a:off x="561870" y="-1824817"/>
            <a:ext cx="10698946" cy="271502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ClrTx/>
              <a:buSzTx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j-ea"/>
              <a:cs typeface="+mj-cs"/>
            </a:endParaRPr>
          </a:p>
        </p:txBody>
      </p:sp>
      <p:pic>
        <p:nvPicPr>
          <p:cNvPr id="10" name="Picture 9" descr="A yellow circle with blue text&#10;&#10;Description automatically generated">
            <a:extLst>
              <a:ext uri="{FF2B5EF4-FFF2-40B4-BE49-F238E27FC236}">
                <a16:creationId xmlns:a16="http://schemas.microsoft.com/office/drawing/2014/main" id="{42F45FDF-4599-B8B5-01B4-99214D8820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958" y="81792"/>
            <a:ext cx="719455" cy="7194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86EBE9-0F89-9D21-C1D9-1766595F07B7}"/>
              </a:ext>
            </a:extLst>
          </p:cNvPr>
          <p:cNvSpPr txBox="1"/>
          <p:nvPr/>
        </p:nvSpPr>
        <p:spPr>
          <a:xfrm>
            <a:off x="337030" y="210686"/>
            <a:ext cx="5562325" cy="36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When to Use </a:t>
            </a:r>
            <a:r>
              <a:rPr lang="en-US" sz="1600" b="1">
                <a:solidFill>
                  <a:schemeClr val="accent1">
                    <a:lumMod val="60000"/>
                    <a:lumOff val="40000"/>
                  </a:schemeClr>
                </a:solidFill>
                <a:latin typeface="Segoe Sans"/>
              </a:rPr>
              <a:t>Agent Mode</a:t>
            </a:r>
            <a:r>
              <a:rPr lang="en-US" sz="1600" b="1" i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?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E7A0D00-882E-3E1D-1D87-FD0A4F3CAF11}"/>
              </a:ext>
            </a:extLst>
          </p:cNvPr>
          <p:cNvSpPr/>
          <p:nvPr/>
        </p:nvSpPr>
        <p:spPr>
          <a:xfrm>
            <a:off x="302449" y="869708"/>
            <a:ext cx="11367289" cy="670347"/>
          </a:xfrm>
          <a:prstGeom prst="roundRect">
            <a:avLst>
              <a:gd name="adj" fmla="val 13727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C4B4C-2275-9B87-0041-4DD8FDF30C02}"/>
              </a:ext>
            </a:extLst>
          </p:cNvPr>
          <p:cNvSpPr txBox="1"/>
          <p:nvPr/>
        </p:nvSpPr>
        <p:spPr>
          <a:xfrm>
            <a:off x="561870" y="835087"/>
            <a:ext cx="10723543" cy="686984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342900" indent="-342900" algn="l">
              <a:spcBef>
                <a:spcPct val="0"/>
              </a:spcBef>
              <a:buAutoNum type="arabicPeriod"/>
            </a:pPr>
            <a:r>
              <a:rPr lang="en-IN" sz="1400" b="1" i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Creating New Applications</a:t>
            </a:r>
            <a:r>
              <a:rPr lang="en-US" sz="1400" b="1" i="0" u="none" strike="noStrike" baseline="0">
                <a:solidFill>
                  <a:schemeClr val="accent1">
                    <a:lumMod val="60000"/>
                    <a:lumOff val="40000"/>
                  </a:schemeClr>
                </a:solidFill>
                <a:latin typeface="Ubuntu" panose="020B0504030602030204" pitchFamily="34" charset="0"/>
              </a:rPr>
              <a:t>: </a:t>
            </a:r>
          </a:p>
          <a:p>
            <a:pPr algn="l"/>
            <a:endParaRPr lang="en-US" sz="1050" b="0" i="0" u="none" strike="noStrike" baseline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lvl="1"/>
            <a:r>
              <a:rPr lang="en-US" sz="1400" b="1" i="0">
                <a:solidFill>
                  <a:schemeClr val="bg1"/>
                </a:solidFill>
                <a:effectLst/>
                <a:latin typeface="Segoe Sans"/>
              </a:rPr>
              <a:t>When you need to create new applications from scratch, Agent Mode can handle the entire process</a:t>
            </a:r>
            <a:endParaRPr lang="en-US" sz="1400" b="1" i="0" u="none" strike="noStrike" baseline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65B99C0-B328-6186-9307-BA8A3808AEF8}"/>
              </a:ext>
            </a:extLst>
          </p:cNvPr>
          <p:cNvSpPr/>
          <p:nvPr/>
        </p:nvSpPr>
        <p:spPr>
          <a:xfrm>
            <a:off x="314882" y="1644851"/>
            <a:ext cx="11367289" cy="670347"/>
          </a:xfrm>
          <a:prstGeom prst="roundRect">
            <a:avLst>
              <a:gd name="adj" fmla="val 4908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EE4DF6-5D28-3622-586D-80D565B7ECFF}"/>
              </a:ext>
            </a:extLst>
          </p:cNvPr>
          <p:cNvSpPr txBox="1"/>
          <p:nvPr/>
        </p:nvSpPr>
        <p:spPr>
          <a:xfrm>
            <a:off x="574168" y="1576960"/>
            <a:ext cx="10698946" cy="74084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342900" indent="-342900" algn="l">
              <a:spcBef>
                <a:spcPct val="0"/>
              </a:spcBef>
              <a:buAutoNum type="arabicPeriod" startAt="2"/>
            </a:pPr>
            <a:r>
              <a:rPr lang="en-IN" sz="1400" b="1" i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Refactoring Code</a:t>
            </a:r>
            <a:r>
              <a:rPr lang="en-US" sz="1400" b="1" i="0" u="none" strike="noStrike" baseline="0">
                <a:solidFill>
                  <a:schemeClr val="accent1">
                    <a:lumMod val="60000"/>
                    <a:lumOff val="40000"/>
                  </a:schemeClr>
                </a:solidFill>
                <a:latin typeface="Ubuntu" panose="020B0504030602030204" pitchFamily="34" charset="0"/>
              </a:rPr>
              <a:t>:</a:t>
            </a:r>
          </a:p>
          <a:p>
            <a:pPr algn="l"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  <a:latin typeface="Ubuntu" panose="020B0504030602030204" pitchFamily="34" charset="0"/>
              </a:rPr>
              <a:t>      </a:t>
            </a:r>
          </a:p>
          <a:p>
            <a:pPr algn="l"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  <a:latin typeface="Ubuntu" panose="020B0504030602030204" pitchFamily="34" charset="0"/>
              </a:rPr>
              <a:t>          </a:t>
            </a:r>
            <a:r>
              <a:rPr lang="en-US" sz="1400" b="1" i="0">
                <a:solidFill>
                  <a:schemeClr val="bg1"/>
                </a:solidFill>
                <a:effectLst/>
                <a:latin typeface="Segoe Sans"/>
              </a:rPr>
              <a:t>For performing </a:t>
            </a:r>
            <a:r>
              <a:rPr lang="en-IN" sz="1400" b="1" i="0">
                <a:solidFill>
                  <a:schemeClr val="bg1"/>
                </a:solidFill>
                <a:effectLst/>
                <a:latin typeface="Segoe Sans"/>
              </a:rPr>
              <a:t>refactoring</a:t>
            </a:r>
            <a:r>
              <a:rPr lang="en-US" sz="1400" b="1" i="0">
                <a:solidFill>
                  <a:schemeClr val="bg1"/>
                </a:solidFill>
                <a:effectLst/>
                <a:latin typeface="Segoe Sans"/>
              </a:rPr>
              <a:t> across multiple files, ensuring consistency and improving code quality </a:t>
            </a:r>
            <a:endParaRPr lang="en-US" sz="1400" b="1" i="0" u="none" strike="noStrike" baseline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CFD71E-7C53-B668-E02F-FAC01956EED0}"/>
              </a:ext>
            </a:extLst>
          </p:cNvPr>
          <p:cNvSpPr/>
          <p:nvPr/>
        </p:nvSpPr>
        <p:spPr>
          <a:xfrm>
            <a:off x="287438" y="2409854"/>
            <a:ext cx="11382300" cy="715017"/>
          </a:xfrm>
          <a:prstGeom prst="roundRect">
            <a:avLst>
              <a:gd name="adj" fmla="val 9107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72AA5B-3F96-F061-6705-BED52C2EEE52}"/>
              </a:ext>
            </a:extLst>
          </p:cNvPr>
          <p:cNvSpPr txBox="1"/>
          <p:nvPr/>
        </p:nvSpPr>
        <p:spPr>
          <a:xfrm>
            <a:off x="561870" y="2440367"/>
            <a:ext cx="10723543" cy="69467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3.    </a:t>
            </a:r>
            <a:r>
              <a:rPr lang="en-IN" sz="1400" b="1" i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Writing and Running Tests</a:t>
            </a:r>
            <a:r>
              <a:rPr lang="en-US" sz="1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 :</a:t>
            </a:r>
          </a:p>
          <a:p>
            <a:pPr algn="l">
              <a:spcBef>
                <a:spcPct val="0"/>
              </a:spcBef>
            </a:pPr>
            <a:endParaRPr lang="en-US" sz="1100">
              <a:solidFill>
                <a:schemeClr val="bg1"/>
              </a:solidFill>
            </a:endParaRPr>
          </a:p>
          <a:p>
            <a:pPr lvl="1">
              <a:spcBef>
                <a:spcPct val="0"/>
              </a:spcBef>
            </a:pPr>
            <a:r>
              <a:rPr lang="en-US" sz="1400" b="1" i="0">
                <a:solidFill>
                  <a:schemeClr val="bg1"/>
                </a:solidFill>
                <a:effectLst/>
                <a:latin typeface="Segoe Sans"/>
              </a:rPr>
              <a:t>To automate the process of writing and running tests, ensuring that the code is thoroughly tested 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612A7B-4B73-097A-B20E-4F9D15319BE7}"/>
              </a:ext>
            </a:extLst>
          </p:cNvPr>
          <p:cNvSpPr txBox="1"/>
          <p:nvPr/>
        </p:nvSpPr>
        <p:spPr>
          <a:xfrm>
            <a:off x="3815695" y="4188541"/>
            <a:ext cx="6750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Solutions provided By Agent Mode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DDAB57B-C0D1-1C46-80A4-C96280AA38B1}"/>
              </a:ext>
            </a:extLst>
          </p:cNvPr>
          <p:cNvSpPr/>
          <p:nvPr/>
        </p:nvSpPr>
        <p:spPr>
          <a:xfrm>
            <a:off x="1975862" y="4664733"/>
            <a:ext cx="3526936" cy="640301"/>
          </a:xfrm>
          <a:prstGeom prst="roundRect">
            <a:avLst/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1431B0-FA9F-7F85-16B9-AB332162A5E2}"/>
              </a:ext>
            </a:extLst>
          </p:cNvPr>
          <p:cNvSpPr txBox="1"/>
          <p:nvPr/>
        </p:nvSpPr>
        <p:spPr>
          <a:xfrm>
            <a:off x="2322010" y="4829904"/>
            <a:ext cx="2834640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IN" sz="1400" b="1">
                <a:solidFill>
                  <a:srgbClr val="BCE7FF"/>
                </a:solidFill>
              </a:rPr>
              <a:t>Automated Edits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28279B-14ED-ED0B-14A7-F754233B1352}"/>
              </a:ext>
            </a:extLst>
          </p:cNvPr>
          <p:cNvSpPr/>
          <p:nvPr/>
        </p:nvSpPr>
        <p:spPr>
          <a:xfrm>
            <a:off x="6747044" y="4664733"/>
            <a:ext cx="3526936" cy="640301"/>
          </a:xfrm>
          <a:prstGeom prst="roundRect">
            <a:avLst/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45EB70-BD8B-B9FD-32C4-C0F8720BBE11}"/>
              </a:ext>
            </a:extLst>
          </p:cNvPr>
          <p:cNvSpPr txBox="1"/>
          <p:nvPr/>
        </p:nvSpPr>
        <p:spPr>
          <a:xfrm>
            <a:off x="7093192" y="4829904"/>
            <a:ext cx="2834640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IN" sz="1400" b="1">
                <a:solidFill>
                  <a:srgbClr val="BCE7FF"/>
                </a:solidFill>
              </a:rPr>
              <a:t>Tool Integration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66FB202-DEC6-7F3A-F090-9ABAFA393A72}"/>
              </a:ext>
            </a:extLst>
          </p:cNvPr>
          <p:cNvSpPr/>
          <p:nvPr/>
        </p:nvSpPr>
        <p:spPr>
          <a:xfrm>
            <a:off x="4332529" y="5689628"/>
            <a:ext cx="3526936" cy="640301"/>
          </a:xfrm>
          <a:prstGeom prst="roundRect">
            <a:avLst/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12C9A6-B0B7-972B-952D-6B5D406CAB9C}"/>
              </a:ext>
            </a:extLst>
          </p:cNvPr>
          <p:cNvSpPr txBox="1"/>
          <p:nvPr/>
        </p:nvSpPr>
        <p:spPr>
          <a:xfrm>
            <a:off x="4678677" y="5858104"/>
            <a:ext cx="2834640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IN" sz="1400" b="1">
                <a:solidFill>
                  <a:srgbClr val="BCE7FF"/>
                </a:solidFill>
              </a:rPr>
              <a:t>Self-Healing Capabilities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402FDC-B1C5-5016-50CB-70DDC9421CC9}"/>
              </a:ext>
            </a:extLst>
          </p:cNvPr>
          <p:cNvSpPr/>
          <p:nvPr/>
        </p:nvSpPr>
        <p:spPr>
          <a:xfrm>
            <a:off x="302450" y="3255632"/>
            <a:ext cx="11401866" cy="755654"/>
          </a:xfrm>
          <a:prstGeom prst="roundRect">
            <a:avLst>
              <a:gd name="adj" fmla="val 9107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accent1">
                    <a:lumMod val="60000"/>
                    <a:lumOff val="40000"/>
                  </a:schemeClr>
                </a:solidFill>
                <a:latin typeface="Ubuntu"/>
              </a:rPr>
              <a:t>     4.</a:t>
            </a:r>
            <a:r>
              <a:rPr lang="en-IN" sz="1200" b="1" i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     </a:t>
            </a:r>
            <a:r>
              <a:rPr lang="en-IN" sz="1400" b="1" i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Migrating</a:t>
            </a:r>
            <a:r>
              <a:rPr lang="en-IN" sz="1200" b="1" i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 Legacy Code: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Segoe Sans"/>
                <a:ea typeface="+mn-ea"/>
                <a:cs typeface="+mn-cs"/>
              </a:rPr>
              <a:t>       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i="0">
                <a:solidFill>
                  <a:schemeClr val="bg1"/>
                </a:solidFill>
                <a:effectLst/>
                <a:latin typeface="Segoe Sans"/>
              </a:rPr>
              <a:t>                 </a:t>
            </a:r>
            <a:r>
              <a:rPr lang="en-US" sz="1400" b="1" i="0">
                <a:solidFill>
                  <a:schemeClr val="bg1"/>
                </a:solidFill>
                <a:effectLst/>
                <a:latin typeface="Segoe Sans"/>
              </a:rPr>
              <a:t>For migrating legacy code to modern frameworks, making the transition smoother and more efficient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91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CC5B1FD-F732-A94E-825F-B2DF86F45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1" y="-21854"/>
            <a:ext cx="12191999" cy="6879853"/>
          </a:xfrm>
          <a:prstGeom prst="rect">
            <a:avLst/>
          </a:prstGeom>
          <a:solidFill>
            <a:srgbClr val="27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4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 Medium"/>
              <a:ea typeface="+mn-ea"/>
              <a:cs typeface="+mn-cs"/>
            </a:endParaRPr>
          </a:p>
        </p:txBody>
      </p:sp>
      <p:grpSp>
        <p:nvGrpSpPr>
          <p:cNvPr id="6" name="Groupe 1">
            <a:extLst>
              <a:ext uri="{FF2B5EF4-FFF2-40B4-BE49-F238E27FC236}">
                <a16:creationId xmlns:a16="http://schemas.microsoft.com/office/drawing/2014/main" id="{7D121029-30A9-C936-147F-B44C9DB40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6AAB6818-D7E9-283C-8ED7-05EB655E9C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DBC6E8A-6B85-252D-644F-DC79FFA0BF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sp>
        <p:nvSpPr>
          <p:cNvPr id="17" name="object 5">
            <a:extLst>
              <a:ext uri="{FF2B5EF4-FFF2-40B4-BE49-F238E27FC236}">
                <a16:creationId xmlns:a16="http://schemas.microsoft.com/office/drawing/2014/main" id="{088A8A53-950C-3A44-020D-0E4DDF7C7320}"/>
              </a:ext>
            </a:extLst>
          </p:cNvPr>
          <p:cNvSpPr txBox="1">
            <a:spLocks/>
          </p:cNvSpPr>
          <p:nvPr/>
        </p:nvSpPr>
        <p:spPr>
          <a:xfrm>
            <a:off x="964660" y="2530475"/>
            <a:ext cx="10262680" cy="13614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7790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600" b="0" i="0" u="none" strike="noStrike" kern="1200" cap="all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7701" marR="3081" lvl="0" indent="0" algn="l" defTabSz="914400" rtl="0" eaLnBrk="1" fontAlgn="auto" latinLnBrk="0" hangingPunct="1">
              <a:lnSpc>
                <a:spcPct val="79800"/>
              </a:lnSpc>
              <a:spcBef>
                <a:spcPts val="14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600" b="0" i="0" u="none" strike="noStrike" kern="1200" cap="none" spc="-12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 Medium"/>
                <a:ea typeface="+mj-ea"/>
                <a:cs typeface="Ubuntu Light"/>
              </a:rPr>
              <a:t>Thank You</a:t>
            </a:r>
            <a:endParaRPr kumimoji="0" lang="en-GB" sz="9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 Medium"/>
              <a:ea typeface="+mj-ea"/>
              <a:cs typeface="Ubuntu Light"/>
            </a:endParaRPr>
          </a:p>
        </p:txBody>
      </p:sp>
    </p:spTree>
    <p:extLst>
      <p:ext uri="{BB962C8B-B14F-4D97-AF65-F5344CB8AC3E}">
        <p14:creationId xmlns:p14="http://schemas.microsoft.com/office/powerpoint/2010/main" val="1861951628"/>
      </p:ext>
    </p:extLst>
  </p:cSld>
  <p:clrMapOvr>
    <a:masterClrMapping/>
  </p:clrMapOvr>
</p:sld>
</file>

<file path=ppt/theme/theme1.xml><?xml version="1.0" encoding="utf-8"?>
<a:theme xmlns:a="http://schemas.openxmlformats.org/drawingml/2006/main" name="1_Capgemini_2024">
  <a:themeElements>
    <a:clrScheme name="Capgemini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Capgemini-template-master_2024.pptx" id="{CAED51C0-F65D-4BF6-BF3B-AADDC8FCC7A2}" vid="{4D682C99-A36A-4849-ABF2-97DF139CA549}"/>
    </a:ext>
  </a:extLst>
</a:theme>
</file>

<file path=ppt/theme/theme2.xml><?xml version="1.0" encoding="utf-8"?>
<a:theme xmlns:a="http://schemas.openxmlformats.org/drawingml/2006/main" name="Capgemini_2024">
  <a:themeElements>
    <a:clrScheme name="Capgemini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Capgemini-template-master_2024.pptx" id="{CAED51C0-F65D-4BF6-BF3B-AADDC8FCC7A2}" vid="{4D682C99-A36A-4849-ABF2-97DF139CA54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176d5b-9430-4e66-b33f-41903d64ba6b">
      <Terms xmlns="http://schemas.microsoft.com/office/infopath/2007/PartnerControls"/>
    </lcf76f155ced4ddcb4097134ff3c332f>
    <TaxCatchAll xmlns="75f6b4fc-a96d-4771-97b5-b90f5c6cd162" xsi:nil="true"/>
    <Location xmlns="73176d5b-9430-4e66-b33f-41903d64ba6b" xsi:nil="true"/>
    <AssociatedLearning xmlns="73176d5b-9430-4e66-b33f-41903d64ba6b" xsi:nil="true"/>
    <AddedtoCampusDate xmlns="73176d5b-9430-4e66-b33f-41903d64ba6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4EED2041BB84FAADAEEED37CCA767" ma:contentTypeVersion="22" ma:contentTypeDescription="Create a new document." ma:contentTypeScope="" ma:versionID="954ff4ebb23f7fd76e74602c19edb222">
  <xsd:schema xmlns:xsd="http://www.w3.org/2001/XMLSchema" xmlns:xs="http://www.w3.org/2001/XMLSchema" xmlns:p="http://schemas.microsoft.com/office/2006/metadata/properties" xmlns:ns2="73176d5b-9430-4e66-b33f-41903d64ba6b" xmlns:ns3="75f6b4fc-a96d-4771-97b5-b90f5c6cd162" targetNamespace="http://schemas.microsoft.com/office/2006/metadata/properties" ma:root="true" ma:fieldsID="2a6d7072647e6ca964d284378c95fa8e" ns2:_="" ns3:_="">
    <xsd:import namespace="73176d5b-9430-4e66-b33f-41903d64ba6b"/>
    <xsd:import namespace="75f6b4fc-a96d-4771-97b5-b90f5c6cd1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Location" minOccurs="0"/>
                <xsd:element ref="ns2:AddedtoCampusDate" minOccurs="0"/>
                <xsd:element ref="ns2:AssociatedLearning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176d5b-9430-4e66-b33f-41903d64ba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ocation" ma:index="26" nillable="true" ma:displayName="Location " ma:format="Dropdown" ma:internalName="Location">
      <xsd:simpleType>
        <xsd:restriction base="dms:Text">
          <xsd:maxLength value="255"/>
        </xsd:restriction>
      </xsd:simpleType>
    </xsd:element>
    <xsd:element name="AddedtoCampusDate" ma:index="27" nillable="true" ma:displayName="Added to Degreed Date" ma:format="Dropdown" ma:internalName="AddedtoCampusDate">
      <xsd:simpleType>
        <xsd:restriction base="dms:Text">
          <xsd:maxLength value="255"/>
        </xsd:restriction>
      </xsd:simpleType>
    </xsd:element>
    <xsd:element name="AssociatedLearning" ma:index="28" nillable="true" ma:displayName="Associated Learning " ma:format="Dropdown" ma:internalName="AssociatedLearning">
      <xsd:simpleType>
        <xsd:restriction base="dms:Text">
          <xsd:maxLength value="255"/>
        </xsd:restriction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f6b4fc-a96d-4771-97b5-b90f5c6cd1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1938d20-e235-48fa-8a74-77124f4bdd41}" ma:internalName="TaxCatchAll" ma:showField="CatchAllData" ma:web="75f6b4fc-a96d-4771-97b5-b90f5c6cd1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4AB5EE-51F2-4B2D-90C7-AD659AEBC4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5A860F-AA42-4543-B3FE-9796F758843F}">
  <ds:schemaRefs>
    <ds:schemaRef ds:uri="73176d5b-9430-4e66-b33f-41903d64ba6b"/>
    <ds:schemaRef ds:uri="75f6b4fc-a96d-4771-97b5-b90f5c6cd16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04B677A-1DE3-43C3-A3C2-8619327A527E}">
  <ds:schemaRefs>
    <ds:schemaRef ds:uri="73176d5b-9430-4e66-b33f-41903d64ba6b"/>
    <ds:schemaRef ds:uri="75f6b4fc-a96d-4771-97b5-b90f5c6cd16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76a2ae5a-9f00-4f6b-95ed-5d33d77c4d61}" enabled="0" method="" siteId="{76a2ae5a-9f00-4f6b-95ed-5d33d77c4d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1_Capgemini_2024</vt:lpstr>
      <vt:lpstr>Capgemini_2024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Sharma, Sumit</dc:creator>
  <cp:revision>1</cp:revision>
  <dcterms:created xsi:type="dcterms:W3CDTF">2024-12-11T07:14:28Z</dcterms:created>
  <dcterms:modified xsi:type="dcterms:W3CDTF">2025-04-30T14:14:05Z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0x010100C3F4EED2041BB84FAADAEEED37CCA767</vt:lpwstr>
  </property>
  <property fmtid="{D5CDD505-2E9C-101B-9397-08002B2CF9AE}" pid="3" name="MediaServiceImageTags">
    <vt:lpwstr/>
  </property>
</Properties>
</file>